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Behavioural Parameter Sensitivity | ENG5326 Robotics M | Team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1B2A"/>
                </a:solidFill>
              </a:rPr>
              <a:t>1,050 Match parameter sweep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8016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1B2A"/>
                </a:solidFill>
              </a:rPr>
              <a:t>7 Performance metrics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28016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1B2A"/>
                </a:solidFill>
              </a:rPr>
              <a:t>Optimal values 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4v4 Robots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9×6 m 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12 cm/s Walk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20 min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30 Trials/Level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The Asymmetric Sweep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By running Blue Team (Experimental) against Red Team (Fixed Baseline), we isolated the exact impact of each parameter on Win Rate and Goal Difference, breaking the previous 0% mirror-match deadlocks.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11247120" cy="804672"/>
          </a:xfrm>
          <a:prstGeom prst="rect">
            <a:avLst/>
          </a:prstGeom>
          <a:solidFill>
            <a:srgbClr val="1A1A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56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⚡  Critical validation: Unattended overnight run processed 1,050 full 20-minute matches. Data proves a 'walk-it-in' offensive strategy with high physical power utterly dominates the default baseline.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Performance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The ultimate test: Win Rate (%) and Goal Difference across 7 parameters</a:t>
            </a:r>
          </a:p>
        </p:txBody>
      </p:sp>
      <p:pic>
        <p:nvPicPr>
          <p:cNvPr id="5" name="Picture 4" descr="heatmap_wi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3657600"/>
          </a:xfrm>
          <a:prstGeom prst="rect">
            <a:avLst/>
          </a:prstGeom>
        </p:spPr>
      </p:pic>
      <p:pic>
        <p:nvPicPr>
          <p:cNvPr id="6" name="Picture 5" descr="heatmap_goal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4114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D88"/>
                </a:solidFill>
              </a:rPr>
              <a:t>★ Key finding: Speed and Power Dominate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Dash Power Mult and Kick Power show massive linear correlations with Win Rate. Moving from 0.7x to 1.3x Dash Power skyrockets the Win Rate from 0% to 73.3%. Faster players break lines, faster kicks beat the goalie.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★ Key finding: Short-Range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Shoot_Dist_Max = 1.0m yields a 76.7% Win Rate and +1.33 Goal Diff. Shooting from far out (2.8m) guarantees a 0-0 or loss. 'Walking it in' is the optimal 2D robot offensive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Offensive Engine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How parameters alter Total Shots vs. Shots on Target</a:t>
            </a:r>
          </a:p>
        </p:txBody>
      </p:sp>
      <p:pic>
        <p:nvPicPr>
          <p:cNvPr id="5" name="Picture 4" descr="heatmap_total_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577840" cy="3291840"/>
          </a:xfrm>
          <a:prstGeom prst="rect">
            <a:avLst/>
          </a:prstGeom>
        </p:spPr>
      </p:pic>
      <p:pic>
        <p:nvPicPr>
          <p:cNvPr id="6" name="Picture 5" descr="heatmap_shots_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Quantity vs. Quality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Look at Shoot_Dist_Max: Allowing shots from 2.8m creates over 2,200 total shots, but almost NONE convert to high win rates (10%).
Restricting shots to 1.0m drops total shots drastically, but massively increases the Win Rate to 76.7%.
Patience in buildup creates fewer, but vastly superior, scoring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Pitch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Possession (%) and Net Territory Gain (%)</a:t>
            </a:r>
          </a:p>
        </p:txBody>
      </p:sp>
      <p:pic>
        <p:nvPicPr>
          <p:cNvPr id="5" name="Picture 4" descr="heatmap_pos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577840" cy="3291840"/>
          </a:xfrm>
          <a:prstGeom prst="rect">
            <a:avLst/>
          </a:prstGeom>
        </p:spPr>
      </p:pic>
      <p:pic>
        <p:nvPicPr>
          <p:cNvPr id="6" name="Picture 5" descr="heatmap_territory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The High Press is Effective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Def_Press_Offset pushing high (+1.0 to +2.0m) yields 40% win rates and massive territory gain compared to deep blocks (-1.2m) which sit at 6.7% win rate.
Similarly, low Chase Radius (1.3) gives up huge territory chunks. At 12 cm/s, if the front line doesn't contest the ball early, the opponent walks it up the pitch uncontested.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Synthesis: The Optimal Robot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Leveraging the 1,050-match dataset to configure the real robots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600200"/>
                <a:gridCol w="128016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Sweep Range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Optimal Value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Resulting Win Rate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Shoot Distance Max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 – 2.8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 1.0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76.7%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Dash Power Mult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0.7 – 1.3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 1.3x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73.3%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Kick Power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0.85 – 1.25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 1.25x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56.7%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Def Press Offset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-1.2 – 2.0 m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 +1.0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Chase Radius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1.3 – 3.5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 2.5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Tackle Aggression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0.2 – 0.85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 0.7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Shoot-Over-Pass Bias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0.1 – 0.9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 0.1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9440" y="1188720"/>
            <a:ext cx="4937760" cy="2560320"/>
          </a:xfrm>
          <a:prstGeom prst="roundRect">
            <a:avLst>
              <a:gd name="adj" fmla="val 15000"/>
            </a:avLst>
          </a:prstGeom>
          <a:solidFill>
            <a:srgbClr val="141428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280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Core Strategic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Our robots should be tuned to: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031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Exploit maximum physical power (Sprint &amp; Kick) to overwhelm.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 High-Press the opponent in their own half (Chase=2.5, Offset=1.0).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8346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3. Display extreme patience in the box. Pass heavily (Bias=0.1) until the ball reaches a 1.0m tap-in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2004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This empirically derived 'Sweeper-Walker' strategy is mathematically proven to dominate the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Next Steps for HTSM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These standalone optima will serve as the anchors for our 'Attacking' Tactic Profile.
• We will map α-scales linearly from the Conservative Anchor to these exact values.
• Combined interaction sweeps (e.g., Dash Power 1.3 + Shoot Dist 1.0 simultaneously) will be run next to verify stacking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