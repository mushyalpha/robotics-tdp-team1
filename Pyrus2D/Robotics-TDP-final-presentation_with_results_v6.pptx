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sldIdLst>
    <p:sldId id="256" r:id="rId5"/>
    <p:sldId id="493" r:id="rId6"/>
    <p:sldId id="501" r:id="rId7"/>
    <p:sldId id="479" r:id="rId8"/>
    <p:sldId id="500" r:id="rId9"/>
    <p:sldId id="499" r:id="rId10"/>
    <p:sldId id="487" r:id="rId11"/>
    <p:sldId id="502" r:id="rId12"/>
    <p:sldId id="506" r:id="rId13"/>
    <p:sldId id="491" r:id="rId14"/>
    <p:sldId id="480" r:id="rId15"/>
    <p:sldId id="509" r:id="rId16"/>
    <p:sldId id="508" r:id="rId17"/>
    <p:sldId id="488" r:id="rId18"/>
    <p:sldId id="495" r:id="rId19"/>
    <p:sldId id="489" r:id="rId20"/>
    <p:sldId id="504" r:id="rId21"/>
    <p:sldId id="503" r:id="rId22"/>
    <p:sldId id="505" r:id="rId23"/>
    <p:sldId id="496" r:id="rId24"/>
    <p:sldId id="497" r:id="rId25"/>
    <p:sldId id="490" r:id="rId26"/>
    <p:sldId id="498" r:id="rId27"/>
    <p:sldId id="273" r:id="rId28"/>
    <p:sldId id="510" r:id="rId36"/>
    <p:sldId id="511" r:id="rId37"/>
    <p:sldId id="512" r:id="rId38"/>
    <p:sldId id="513" r:id="rId39"/>
    <p:sldId id="514"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8893EE-CD86-E8D8-FD0B-C4CA916E2CE8}" v="243" dt="2026-03-23T01:07:07.483"/>
    <p1510:client id="{1ECEF315-202D-A638-23AE-953421CDE409}" v="305" dt="2026-03-23T05:25:27.049"/>
    <p1510:client id="{A63AD8D3-C272-F8A3-0107-7C713E3710D8}" v="63" dt="2026-03-23T00:56:19.440"/>
    <p1510:client id="{A95960D7-0F4A-47C5-8AD6-4CBF95BECBAE}" v="33" dt="2026-03-22T11:23:56.396"/>
    <p1510:client id="{CFDE18CE-F116-1F98-7D9F-42B4869616D1}" v="486" dt="2026-03-23T04:01:29.052"/>
    <p1510:client id="{F52FCE50-7089-1911-F473-16097689C7EF}" v="356" dt="2026-03-23T05:05:57.54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microsoft.com/office/2016/11/relationships/changesInfo" Target="changesInfos/changesInfo1.xml"/><Relationship Id="rId35" Type="http://schemas.microsoft.com/office/2015/10/relationships/revisionInfo" Target="revisionInfo.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e SHU (student)" userId="S::3173350s@student.gla.ac.uk::5b880bda-444d-48b3-ab78-625d08845e91" providerId="AD" clId="Web-{A63AD8D3-C272-F8A3-0107-7C713E3710D8}"/>
    <pc:docChg chg="addSld delSld modSld">
      <pc:chgData name="Jie SHU (student)" userId="S::3173350s@student.gla.ac.uk::5b880bda-444d-48b3-ab78-625d08845e91" providerId="AD" clId="Web-{A63AD8D3-C272-F8A3-0107-7C713E3710D8}" dt="2026-03-23T00:56:19.440" v="64" actId="14100"/>
      <pc:docMkLst>
        <pc:docMk/>
      </pc:docMkLst>
      <pc:sldChg chg="addSp delSp modSp add replId">
        <pc:chgData name="Jie SHU (student)" userId="S::3173350s@student.gla.ac.uk::5b880bda-444d-48b3-ab78-625d08845e91" providerId="AD" clId="Web-{A63AD8D3-C272-F8A3-0107-7C713E3710D8}" dt="2026-03-23T00:56:19.440" v="64" actId="14100"/>
        <pc:sldMkLst>
          <pc:docMk/>
          <pc:sldMk cId="2755924623" sldId="502"/>
        </pc:sldMkLst>
        <pc:spChg chg="del">
          <ac:chgData name="Jie SHU (student)" userId="S::3173350s@student.gla.ac.uk::5b880bda-444d-48b3-ab78-625d08845e91" providerId="AD" clId="Web-{A63AD8D3-C272-F8A3-0107-7C713E3710D8}" dt="2026-03-22T23:54:36.909" v="1"/>
          <ac:spMkLst>
            <pc:docMk/>
            <pc:sldMk cId="2755924623" sldId="502"/>
            <ac:spMk id="2" creationId="{7DA4C640-E035-5D94-C801-E4C72E8C6154}"/>
          </ac:spMkLst>
        </pc:spChg>
        <pc:spChg chg="add mod">
          <ac:chgData name="Jie SHU (student)" userId="S::3173350s@student.gla.ac.uk::5b880bda-444d-48b3-ab78-625d08845e91" providerId="AD" clId="Web-{A63AD8D3-C272-F8A3-0107-7C713E3710D8}" dt="2026-03-22T23:57:40.870" v="26" actId="20577"/>
          <ac:spMkLst>
            <pc:docMk/>
            <pc:sldMk cId="2755924623" sldId="502"/>
            <ac:spMk id="4" creationId="{6CC40364-A24B-9BB5-CCA5-33FDE879BCE5}"/>
          </ac:spMkLst>
        </pc:spChg>
        <pc:spChg chg="add del mod">
          <ac:chgData name="Jie SHU (student)" userId="S::3173350s@student.gla.ac.uk::5b880bda-444d-48b3-ab78-625d08845e91" providerId="AD" clId="Web-{A63AD8D3-C272-F8A3-0107-7C713E3710D8}" dt="2026-03-23T00:55:03.073" v="54" actId="14100"/>
          <ac:spMkLst>
            <pc:docMk/>
            <pc:sldMk cId="2755924623" sldId="502"/>
            <ac:spMk id="5" creationId="{5BA75087-10C7-AFB7-83B3-7856D81C8C3F}"/>
          </ac:spMkLst>
        </pc:spChg>
        <pc:picChg chg="add mod">
          <ac:chgData name="Jie SHU (student)" userId="S::3173350s@student.gla.ac.uk::5b880bda-444d-48b3-ab78-625d08845e91" providerId="AD" clId="Web-{A63AD8D3-C272-F8A3-0107-7C713E3710D8}" dt="2026-03-23T00:54:55.619" v="53" actId="14100"/>
          <ac:picMkLst>
            <pc:docMk/>
            <pc:sldMk cId="2755924623" sldId="502"/>
            <ac:picMk id="2" creationId="{27BBE941-D511-3FEB-0833-E4F1CF50A3AB}"/>
          </ac:picMkLst>
        </pc:picChg>
        <pc:picChg chg="add mod">
          <ac:chgData name="Jie SHU (student)" userId="S::3173350s@student.gla.ac.uk::5b880bda-444d-48b3-ab78-625d08845e91" providerId="AD" clId="Web-{A63AD8D3-C272-F8A3-0107-7C713E3710D8}" dt="2026-03-23T00:56:19.440" v="64" actId="14100"/>
          <ac:picMkLst>
            <pc:docMk/>
            <pc:sldMk cId="2755924623" sldId="502"/>
            <ac:picMk id="3" creationId="{89271AC5-8225-954B-84CD-A5D616670F4F}"/>
          </ac:picMkLst>
        </pc:picChg>
      </pc:sldChg>
      <pc:sldChg chg="add del replId">
        <pc:chgData name="Jie SHU (student)" userId="S::3173350s@student.gla.ac.uk::5b880bda-444d-48b3-ab78-625d08845e91" providerId="AD" clId="Web-{A63AD8D3-C272-F8A3-0107-7C713E3710D8}" dt="2026-03-22T23:59:17.137" v="34"/>
        <pc:sldMkLst>
          <pc:docMk/>
          <pc:sldMk cId="1117676941" sldId="503"/>
        </pc:sldMkLst>
      </pc:sldChg>
    </pc:docChg>
  </pc:docChgLst>
  <pc:docChgLst>
    <pc:chgData name="Ciaran Breen (student)" userId="S::3177181b@student.gla.ac.uk::de5cef2a-82b2-4430-a7ee-38f6519ebaa2" providerId="AD" clId="Web-{B6FD2688-0188-C9C2-9A34-6C7C7DEA8981}"/>
    <pc:docChg chg="addSld delSld modSld">
      <pc:chgData name="Ciaran Breen (student)" userId="S::3177181b@student.gla.ac.uk::de5cef2a-82b2-4430-a7ee-38f6519ebaa2" providerId="AD" clId="Web-{B6FD2688-0188-C9C2-9A34-6C7C7DEA8981}" dt="2026-03-21T10:58:06.022" v="944" actId="20577"/>
      <pc:docMkLst>
        <pc:docMk/>
      </pc:docMkLst>
      <pc:sldChg chg="modSp">
        <pc:chgData name="Ciaran Breen (student)" userId="S::3177181b@student.gla.ac.uk::de5cef2a-82b2-4430-a7ee-38f6519ebaa2" providerId="AD" clId="Web-{B6FD2688-0188-C9C2-9A34-6C7C7DEA8981}" dt="2026-03-21T10:20:32.201" v="2" actId="20577"/>
        <pc:sldMkLst>
          <pc:docMk/>
          <pc:sldMk cId="4108457970" sldId="487"/>
        </pc:sldMkLst>
        <pc:spChg chg="mod">
          <ac:chgData name="Ciaran Breen (student)" userId="S::3177181b@student.gla.ac.uk::de5cef2a-82b2-4430-a7ee-38f6519ebaa2" providerId="AD" clId="Web-{B6FD2688-0188-C9C2-9A34-6C7C7DEA8981}" dt="2026-03-21T10:20:32.201" v="2" actId="20577"/>
          <ac:spMkLst>
            <pc:docMk/>
            <pc:sldMk cId="4108457970" sldId="487"/>
            <ac:spMk id="2" creationId="{7DCCE8C1-722C-76F6-22BE-D976EE0514FC}"/>
          </ac:spMkLst>
        </pc:spChg>
      </pc:sldChg>
      <pc:sldChg chg="modSp add replId">
        <pc:chgData name="Ciaran Breen (student)" userId="S::3177181b@student.gla.ac.uk::de5cef2a-82b2-4430-a7ee-38f6519ebaa2" providerId="AD" clId="Web-{B6FD2688-0188-C9C2-9A34-6C7C7DEA8981}" dt="2026-03-21T10:20:39.388" v="4" actId="20577"/>
        <pc:sldMkLst>
          <pc:docMk/>
          <pc:sldMk cId="2843745474" sldId="491"/>
        </pc:sldMkLst>
        <pc:spChg chg="mod">
          <ac:chgData name="Ciaran Breen (student)" userId="S::3177181b@student.gla.ac.uk::de5cef2a-82b2-4430-a7ee-38f6519ebaa2" providerId="AD" clId="Web-{B6FD2688-0188-C9C2-9A34-6C7C7DEA8981}" dt="2026-03-21T10:20:39.388" v="4" actId="20577"/>
          <ac:spMkLst>
            <pc:docMk/>
            <pc:sldMk cId="2843745474" sldId="491"/>
            <ac:spMk id="2" creationId="{3D0F664F-84D4-10F6-D7EA-1605874CE3CA}"/>
          </ac:spMkLst>
        </pc:spChg>
      </pc:sldChg>
      <pc:sldChg chg="delSp modSp add replId">
        <pc:chgData name="Ciaran Breen (student)" userId="S::3177181b@student.gla.ac.uk::de5cef2a-82b2-4430-a7ee-38f6519ebaa2" providerId="AD" clId="Web-{B6FD2688-0188-C9C2-9A34-6C7C7DEA8981}" dt="2026-03-21T10:36:11.289" v="306" actId="20577"/>
        <pc:sldMkLst>
          <pc:docMk/>
          <pc:sldMk cId="363199237" sldId="492"/>
        </pc:sldMkLst>
        <pc:spChg chg="mod">
          <ac:chgData name="Ciaran Breen (student)" userId="S::3177181b@student.gla.ac.uk::de5cef2a-82b2-4430-a7ee-38f6519ebaa2" providerId="AD" clId="Web-{B6FD2688-0188-C9C2-9A34-6C7C7DEA8981}" dt="2026-03-21T10:36:11.289" v="306" actId="20577"/>
          <ac:spMkLst>
            <pc:docMk/>
            <pc:sldMk cId="363199237" sldId="492"/>
            <ac:spMk id="3" creationId="{D444E732-0A25-06A2-D5A3-54B094E28CCA}"/>
          </ac:spMkLst>
        </pc:spChg>
        <pc:spChg chg="mod">
          <ac:chgData name="Ciaran Breen (student)" userId="S::3177181b@student.gla.ac.uk::de5cef2a-82b2-4430-a7ee-38f6519ebaa2" providerId="AD" clId="Web-{B6FD2688-0188-C9C2-9A34-6C7C7DEA8981}" dt="2026-03-21T10:33:56.613" v="230" actId="20577"/>
          <ac:spMkLst>
            <pc:docMk/>
            <pc:sldMk cId="363199237" sldId="492"/>
            <ac:spMk id="5" creationId="{29203F67-7D7A-2C87-E0EA-64B698EBAF25}"/>
          </ac:spMkLst>
        </pc:spChg>
      </pc:sldChg>
      <pc:sldChg chg="addSp delSp modSp add replId">
        <pc:chgData name="Ciaran Breen (student)" userId="S::3177181b@student.gla.ac.uk::de5cef2a-82b2-4430-a7ee-38f6519ebaa2" providerId="AD" clId="Web-{B6FD2688-0188-C9C2-9A34-6C7C7DEA8981}" dt="2026-03-21T10:31:57.701" v="193" actId="1076"/>
        <pc:sldMkLst>
          <pc:docMk/>
          <pc:sldMk cId="1957533761" sldId="493"/>
        </pc:sldMkLst>
        <pc:spChg chg="mod">
          <ac:chgData name="Ciaran Breen (student)" userId="S::3177181b@student.gla.ac.uk::de5cef2a-82b2-4430-a7ee-38f6519ebaa2" providerId="AD" clId="Web-{B6FD2688-0188-C9C2-9A34-6C7C7DEA8981}" dt="2026-03-21T10:29:45.366" v="131" actId="14100"/>
          <ac:spMkLst>
            <pc:docMk/>
            <pc:sldMk cId="1957533761" sldId="493"/>
            <ac:spMk id="3" creationId="{5591332F-AA47-721E-11E4-47662ABE8E09}"/>
          </ac:spMkLst>
        </pc:spChg>
        <pc:spChg chg="mod">
          <ac:chgData name="Ciaran Breen (student)" userId="S::3177181b@student.gla.ac.uk::de5cef2a-82b2-4430-a7ee-38f6519ebaa2" providerId="AD" clId="Web-{B6FD2688-0188-C9C2-9A34-6C7C7DEA8981}" dt="2026-03-21T10:24:06.235" v="14" actId="20577"/>
          <ac:spMkLst>
            <pc:docMk/>
            <pc:sldMk cId="1957533761" sldId="493"/>
            <ac:spMk id="5" creationId="{779F5A37-04A5-79DE-9B8C-E2048616D79D}"/>
          </ac:spMkLst>
        </pc:spChg>
        <pc:spChg chg="add mod">
          <ac:chgData name="Ciaran Breen (student)" userId="S::3177181b@student.gla.ac.uk::de5cef2a-82b2-4430-a7ee-38f6519ebaa2" providerId="AD" clId="Web-{B6FD2688-0188-C9C2-9A34-6C7C7DEA8981}" dt="2026-03-21T10:31:57.701" v="193" actId="1076"/>
          <ac:spMkLst>
            <pc:docMk/>
            <pc:sldMk cId="1957533761" sldId="493"/>
            <ac:spMk id="7" creationId="{1B7D371F-DDB4-D1E1-5830-30D8E95ED04D}"/>
          </ac:spMkLst>
        </pc:spChg>
        <pc:picChg chg="add mod">
          <ac:chgData name="Ciaran Breen (student)" userId="S::3177181b@student.gla.ac.uk::de5cef2a-82b2-4430-a7ee-38f6519ebaa2" providerId="AD" clId="Web-{B6FD2688-0188-C9C2-9A34-6C7C7DEA8981}" dt="2026-03-21T10:28:16.643" v="101" actId="1076"/>
          <ac:picMkLst>
            <pc:docMk/>
            <pc:sldMk cId="1957533761" sldId="493"/>
            <ac:picMk id="2" creationId="{975164B2-E6E4-C4D7-A52D-F7DA582E8184}"/>
          </ac:picMkLst>
        </pc:picChg>
      </pc:sldChg>
      <pc:sldChg chg="modSp add replId">
        <pc:chgData name="Ciaran Breen (student)" userId="S::3177181b@student.gla.ac.uk::de5cef2a-82b2-4430-a7ee-38f6519ebaa2" providerId="AD" clId="Web-{B6FD2688-0188-C9C2-9A34-6C7C7DEA8981}" dt="2026-03-21T10:46:10.734" v="646" actId="20577"/>
        <pc:sldMkLst>
          <pc:docMk/>
          <pc:sldMk cId="3633002197" sldId="495"/>
        </pc:sldMkLst>
        <pc:spChg chg="mod">
          <ac:chgData name="Ciaran Breen (student)" userId="S::3177181b@student.gla.ac.uk::de5cef2a-82b2-4430-a7ee-38f6519ebaa2" providerId="AD" clId="Web-{B6FD2688-0188-C9C2-9A34-6C7C7DEA8981}" dt="2026-03-21T10:46:10.734" v="646" actId="20577"/>
          <ac:spMkLst>
            <pc:docMk/>
            <pc:sldMk cId="3633002197" sldId="495"/>
            <ac:spMk id="3" creationId="{A23554D9-6D40-FF6A-1DA4-E2015A93B587}"/>
          </ac:spMkLst>
        </pc:spChg>
      </pc:sldChg>
      <pc:sldChg chg="modSp add replId">
        <pc:chgData name="Ciaran Breen (student)" userId="S::3177181b@student.gla.ac.uk::de5cef2a-82b2-4430-a7ee-38f6519ebaa2" providerId="AD" clId="Web-{B6FD2688-0188-C9C2-9A34-6C7C7DEA8981}" dt="2026-03-21T10:53:03.860" v="814" actId="20577"/>
        <pc:sldMkLst>
          <pc:docMk/>
          <pc:sldMk cId="584841981" sldId="496"/>
        </pc:sldMkLst>
        <pc:spChg chg="mod">
          <ac:chgData name="Ciaran Breen (student)" userId="S::3177181b@student.gla.ac.uk::de5cef2a-82b2-4430-a7ee-38f6519ebaa2" providerId="AD" clId="Web-{B6FD2688-0188-C9C2-9A34-6C7C7DEA8981}" dt="2026-03-21T10:53:03.860" v="814" actId="20577"/>
          <ac:spMkLst>
            <pc:docMk/>
            <pc:sldMk cId="584841981" sldId="496"/>
            <ac:spMk id="3" creationId="{DB59457E-05F9-764B-E1B4-66E16C4D800C}"/>
          </ac:spMkLst>
        </pc:spChg>
      </pc:sldChg>
      <pc:sldChg chg="add">
        <pc:chgData name="Ciaran Breen (student)" userId="S::3177181b@student.gla.ac.uk::de5cef2a-82b2-4430-a7ee-38f6519ebaa2" providerId="AD" clId="Web-{B6FD2688-0188-C9C2-9A34-6C7C7DEA8981}" dt="2026-03-21T10:53:06.141" v="815"/>
        <pc:sldMkLst>
          <pc:docMk/>
          <pc:sldMk cId="17977133" sldId="497"/>
        </pc:sldMkLst>
      </pc:sldChg>
      <pc:sldChg chg="modSp add replId">
        <pc:chgData name="Ciaran Breen (student)" userId="S::3177181b@student.gla.ac.uk::de5cef2a-82b2-4430-a7ee-38f6519ebaa2" providerId="AD" clId="Web-{B6FD2688-0188-C9C2-9A34-6C7C7DEA8981}" dt="2026-03-21T10:58:06.022" v="944" actId="20577"/>
        <pc:sldMkLst>
          <pc:docMk/>
          <pc:sldMk cId="111958403" sldId="498"/>
        </pc:sldMkLst>
        <pc:spChg chg="mod">
          <ac:chgData name="Ciaran Breen (student)" userId="S::3177181b@student.gla.ac.uk::de5cef2a-82b2-4430-a7ee-38f6519ebaa2" providerId="AD" clId="Web-{B6FD2688-0188-C9C2-9A34-6C7C7DEA8981}" dt="2026-03-21T10:58:06.022" v="944" actId="20577"/>
          <ac:spMkLst>
            <pc:docMk/>
            <pc:sldMk cId="111958403" sldId="498"/>
            <ac:spMk id="3" creationId="{A23CD0CD-E008-3190-1D29-127036EA1310}"/>
          </ac:spMkLst>
        </pc:spChg>
      </pc:sldChg>
    </pc:docChg>
  </pc:docChgLst>
  <pc:docChgLst>
    <pc:chgData name="Jie SHU (student)" userId="S::3173350s@student.gla.ac.uk::5b880bda-444d-48b3-ab78-625d08845e91" providerId="AD" clId="Web-{F52FCE50-7089-1911-F473-16097689C7EF}"/>
    <pc:docChg chg="addSld delSld modSld sldOrd">
      <pc:chgData name="Jie SHU (student)" userId="S::3173350s@student.gla.ac.uk::5b880bda-444d-48b3-ab78-625d08845e91" providerId="AD" clId="Web-{F52FCE50-7089-1911-F473-16097689C7EF}" dt="2026-03-23T05:05:27.680" v="362"/>
      <pc:docMkLst>
        <pc:docMk/>
      </pc:docMkLst>
      <pc:sldChg chg="del">
        <pc:chgData name="Jie SHU (student)" userId="S::3173350s@student.gla.ac.uk::5b880bda-444d-48b3-ab78-625d08845e91" providerId="AD" clId="Web-{F52FCE50-7089-1911-F473-16097689C7EF}" dt="2026-03-23T05:05:27.680" v="362"/>
        <pc:sldMkLst>
          <pc:docMk/>
          <pc:sldMk cId="363199237" sldId="492"/>
        </pc:sldMkLst>
      </pc:sldChg>
      <pc:sldChg chg="modSp">
        <pc:chgData name="Jie SHU (student)" userId="S::3173350s@student.gla.ac.uk::5b880bda-444d-48b3-ab78-625d08845e91" providerId="AD" clId="Web-{F52FCE50-7089-1911-F473-16097689C7EF}" dt="2026-03-23T02:17:54.147" v="16" actId="20577"/>
        <pc:sldMkLst>
          <pc:docMk/>
          <pc:sldMk cId="2755924623" sldId="502"/>
        </pc:sldMkLst>
        <pc:spChg chg="mod">
          <ac:chgData name="Jie SHU (student)" userId="S::3173350s@student.gla.ac.uk::5b880bda-444d-48b3-ab78-625d08845e91" providerId="AD" clId="Web-{F52FCE50-7089-1911-F473-16097689C7EF}" dt="2026-03-23T02:17:54.147" v="16" actId="20577"/>
          <ac:spMkLst>
            <pc:docMk/>
            <pc:sldMk cId="2755924623" sldId="502"/>
            <ac:spMk id="5" creationId="{5BA75087-10C7-AFB7-83B3-7856D81C8C3F}"/>
          </ac:spMkLst>
        </pc:spChg>
        <pc:picChg chg="mod">
          <ac:chgData name="Jie SHU (student)" userId="S::3173350s@student.gla.ac.uk::5b880bda-444d-48b3-ab78-625d08845e91" providerId="AD" clId="Web-{F52FCE50-7089-1911-F473-16097689C7EF}" dt="2026-03-23T00:56:31.450" v="0" actId="14100"/>
          <ac:picMkLst>
            <pc:docMk/>
            <pc:sldMk cId="2755924623" sldId="502"/>
            <ac:picMk id="2" creationId="{27BBE941-D511-3FEB-0833-E4F1CF50A3AB}"/>
          </ac:picMkLst>
        </pc:picChg>
        <pc:picChg chg="mod">
          <ac:chgData name="Jie SHU (student)" userId="S::3173350s@student.gla.ac.uk::5b880bda-444d-48b3-ab78-625d08845e91" providerId="AD" clId="Web-{F52FCE50-7089-1911-F473-16097689C7EF}" dt="2026-03-23T00:56:42.357" v="4" actId="14100"/>
          <ac:picMkLst>
            <pc:docMk/>
            <pc:sldMk cId="2755924623" sldId="502"/>
            <ac:picMk id="3" creationId="{89271AC5-8225-954B-84CD-A5D616670F4F}"/>
          </ac:picMkLst>
        </pc:picChg>
      </pc:sldChg>
      <pc:sldChg chg="addSp delSp modSp add replId">
        <pc:chgData name="Jie SHU (student)" userId="S::3173350s@student.gla.ac.uk::5b880bda-444d-48b3-ab78-625d08845e91" providerId="AD" clId="Web-{F52FCE50-7089-1911-F473-16097689C7EF}" dt="2026-03-23T04:42:50.732" v="281" actId="1076"/>
        <pc:sldMkLst>
          <pc:docMk/>
          <pc:sldMk cId="1232634526" sldId="506"/>
        </pc:sldMkLst>
        <pc:spChg chg="add mod">
          <ac:chgData name="Jie SHU (student)" userId="S::3173350s@student.gla.ac.uk::5b880bda-444d-48b3-ab78-625d08845e91" providerId="AD" clId="Web-{F52FCE50-7089-1911-F473-16097689C7EF}" dt="2026-03-23T04:42:50.669" v="273" actId="1076"/>
          <ac:spMkLst>
            <pc:docMk/>
            <pc:sldMk cId="1232634526" sldId="506"/>
            <ac:spMk id="2" creationId="{EF18A933-F41B-515C-8DF7-2248BA0D41BC}"/>
          </ac:spMkLst>
        </pc:spChg>
        <pc:spChg chg="add mod">
          <ac:chgData name="Jie SHU (student)" userId="S::3173350s@student.gla.ac.uk::5b880bda-444d-48b3-ab78-625d08845e91" providerId="AD" clId="Web-{F52FCE50-7089-1911-F473-16097689C7EF}" dt="2026-03-23T04:42:50.685" v="274" actId="1076"/>
          <ac:spMkLst>
            <pc:docMk/>
            <pc:sldMk cId="1232634526" sldId="506"/>
            <ac:spMk id="3" creationId="{4DCE7F5E-DB8A-70EA-33DB-5536C392BBFA}"/>
          </ac:spMkLst>
        </pc:spChg>
        <pc:spChg chg="mod">
          <ac:chgData name="Jie SHU (student)" userId="S::3173350s@student.gla.ac.uk::5b880bda-444d-48b3-ab78-625d08845e91" providerId="AD" clId="Web-{F52FCE50-7089-1911-F473-16097689C7EF}" dt="2026-03-23T04:42:37.480" v="272" actId="20577"/>
          <ac:spMkLst>
            <pc:docMk/>
            <pc:sldMk cId="1232634526" sldId="506"/>
            <ac:spMk id="4" creationId="{51B3B3A9-7A62-F7DF-A922-A0F96FF202D3}"/>
          </ac:spMkLst>
        </pc:spChg>
        <pc:spChg chg="del mod">
          <ac:chgData name="Jie SHU (student)" userId="S::3173350s@student.gla.ac.uk::5b880bda-444d-48b3-ab78-625d08845e91" providerId="AD" clId="Web-{F52FCE50-7089-1911-F473-16097689C7EF}" dt="2026-03-23T04:42:10.696" v="262"/>
          <ac:spMkLst>
            <pc:docMk/>
            <pc:sldMk cId="1232634526" sldId="506"/>
            <ac:spMk id="5" creationId="{A5C66982-69C1-7864-B086-D5D64D3CEBA9}"/>
          </ac:spMkLst>
        </pc:spChg>
        <pc:spChg chg="add mod">
          <ac:chgData name="Jie SHU (student)" userId="S::3173350s@student.gla.ac.uk::5b880bda-444d-48b3-ab78-625d08845e91" providerId="AD" clId="Web-{F52FCE50-7089-1911-F473-16097689C7EF}" dt="2026-03-23T04:42:50.685" v="275" actId="1076"/>
          <ac:spMkLst>
            <pc:docMk/>
            <pc:sldMk cId="1232634526" sldId="506"/>
            <ac:spMk id="6" creationId="{2D8D7414-F2A4-E58A-DE88-2E3821D6D9DF}"/>
          </ac:spMkLst>
        </pc:spChg>
        <pc:spChg chg="add mod">
          <ac:chgData name="Jie SHU (student)" userId="S::3173350s@student.gla.ac.uk::5b880bda-444d-48b3-ab78-625d08845e91" providerId="AD" clId="Web-{F52FCE50-7089-1911-F473-16097689C7EF}" dt="2026-03-23T04:42:50.700" v="276" actId="1076"/>
          <ac:spMkLst>
            <pc:docMk/>
            <pc:sldMk cId="1232634526" sldId="506"/>
            <ac:spMk id="7" creationId="{EF18A933-F41B-515C-8DF7-2248BA0D41BC}"/>
          </ac:spMkLst>
        </pc:spChg>
        <pc:spChg chg="add mod">
          <ac:chgData name="Jie SHU (student)" userId="S::3173350s@student.gla.ac.uk::5b880bda-444d-48b3-ab78-625d08845e91" providerId="AD" clId="Web-{F52FCE50-7089-1911-F473-16097689C7EF}" dt="2026-03-23T04:42:50.700" v="277" actId="1076"/>
          <ac:spMkLst>
            <pc:docMk/>
            <pc:sldMk cId="1232634526" sldId="506"/>
            <ac:spMk id="8" creationId="{D49A0C46-2AF1-E934-8503-FD2DA315A126}"/>
          </ac:spMkLst>
        </pc:spChg>
        <pc:spChg chg="add mod">
          <ac:chgData name="Jie SHU (student)" userId="S::3173350s@student.gla.ac.uk::5b880bda-444d-48b3-ab78-625d08845e91" providerId="AD" clId="Web-{F52FCE50-7089-1911-F473-16097689C7EF}" dt="2026-03-23T04:42:50.716" v="278" actId="1076"/>
          <ac:spMkLst>
            <pc:docMk/>
            <pc:sldMk cId="1232634526" sldId="506"/>
            <ac:spMk id="9" creationId="{CC9F5FDD-DA4D-00DF-4F4E-DB0BD286E8C0}"/>
          </ac:spMkLst>
        </pc:spChg>
        <pc:spChg chg="add mod">
          <ac:chgData name="Jie SHU (student)" userId="S::3173350s@student.gla.ac.uk::5b880bda-444d-48b3-ab78-625d08845e91" providerId="AD" clId="Web-{F52FCE50-7089-1911-F473-16097689C7EF}" dt="2026-03-23T04:42:50.716" v="279" actId="1076"/>
          <ac:spMkLst>
            <pc:docMk/>
            <pc:sldMk cId="1232634526" sldId="506"/>
            <ac:spMk id="10" creationId="{08B4DCBD-9391-78A3-BF39-BCD624700B5B}"/>
          </ac:spMkLst>
        </pc:spChg>
        <pc:spChg chg="add mod">
          <ac:chgData name="Jie SHU (student)" userId="S::3173350s@student.gla.ac.uk::5b880bda-444d-48b3-ab78-625d08845e91" providerId="AD" clId="Web-{F52FCE50-7089-1911-F473-16097689C7EF}" dt="2026-03-23T04:42:50.732" v="280" actId="1076"/>
          <ac:spMkLst>
            <pc:docMk/>
            <pc:sldMk cId="1232634526" sldId="506"/>
            <ac:spMk id="11" creationId="{3C79945F-22A9-AB18-4B12-BE1E707A5B8C}"/>
          </ac:spMkLst>
        </pc:spChg>
        <pc:spChg chg="add mod">
          <ac:chgData name="Jie SHU (student)" userId="S::3173350s@student.gla.ac.uk::5b880bda-444d-48b3-ab78-625d08845e91" providerId="AD" clId="Web-{F52FCE50-7089-1911-F473-16097689C7EF}" dt="2026-03-23T04:42:50.732" v="281" actId="1076"/>
          <ac:spMkLst>
            <pc:docMk/>
            <pc:sldMk cId="1232634526" sldId="506"/>
            <ac:spMk id="12" creationId="{08B4DCBD-9391-78A3-BF39-BCD624700B5B}"/>
          </ac:spMkLst>
        </pc:spChg>
        <pc:spChg chg="add mod">
          <ac:chgData name="Jie SHU (student)" userId="S::3173350s@student.gla.ac.uk::5b880bda-444d-48b3-ab78-625d08845e91" providerId="AD" clId="Web-{F52FCE50-7089-1911-F473-16097689C7EF}" dt="2026-03-23T04:42:27.682" v="266" actId="1076"/>
          <ac:spMkLst>
            <pc:docMk/>
            <pc:sldMk cId="1232634526" sldId="506"/>
            <ac:spMk id="16" creationId="{2984C315-57BE-8491-9AB7-D44D5634D6F9}"/>
          </ac:spMkLst>
        </pc:spChg>
        <pc:graphicFrameChg chg="add del mod ord modGraphic">
          <ac:chgData name="Jie SHU (student)" userId="S::3173350s@student.gla.ac.uk::5b880bda-444d-48b3-ab78-625d08845e91" providerId="AD" clId="Web-{F52FCE50-7089-1911-F473-16097689C7EF}" dt="2026-03-23T03:32:43.370" v="192"/>
          <ac:graphicFrameMkLst>
            <pc:docMk/>
            <pc:sldMk cId="1232634526" sldId="506"/>
            <ac:graphicFrameMk id="15" creationId="{958B4A0E-DF5D-D24F-F49C-BCE7D33ED605}"/>
          </ac:graphicFrameMkLst>
        </pc:graphicFrameChg>
        <pc:picChg chg="del">
          <ac:chgData name="Jie SHU (student)" userId="S::3173350s@student.gla.ac.uk::5b880bda-444d-48b3-ab78-625d08845e91" providerId="AD" clId="Web-{F52FCE50-7089-1911-F473-16097689C7EF}" dt="2026-03-23T02:17:57.866" v="17"/>
          <ac:picMkLst>
            <pc:docMk/>
            <pc:sldMk cId="1232634526" sldId="506"/>
            <ac:picMk id="2" creationId="{8E9304CE-51CB-F5DD-0855-7584601F81C8}"/>
          </ac:picMkLst>
        </pc:picChg>
        <pc:picChg chg="del">
          <ac:chgData name="Jie SHU (student)" userId="S::3173350s@student.gla.ac.uk::5b880bda-444d-48b3-ab78-625d08845e91" providerId="AD" clId="Web-{F52FCE50-7089-1911-F473-16097689C7EF}" dt="2026-03-23T02:17:58.319" v="18"/>
          <ac:picMkLst>
            <pc:docMk/>
            <pc:sldMk cId="1232634526" sldId="506"/>
            <ac:picMk id="3" creationId="{54699773-43E9-D13E-BE82-3438838D15EA}"/>
          </ac:picMkLst>
        </pc:picChg>
        <pc:picChg chg="add mod">
          <ac:chgData name="Jie SHU (student)" userId="S::3173350s@student.gla.ac.uk::5b880bda-444d-48b3-ab78-625d08845e91" providerId="AD" clId="Web-{F52FCE50-7089-1911-F473-16097689C7EF}" dt="2026-03-23T04:00:27.747" v="211" actId="1076"/>
          <ac:picMkLst>
            <pc:docMk/>
            <pc:sldMk cId="1232634526" sldId="506"/>
            <ac:picMk id="13" creationId="{2BA8373E-8537-18F8-74DA-81FF9BAE3EF4}"/>
          </ac:picMkLst>
        </pc:picChg>
        <pc:picChg chg="add mod">
          <ac:chgData name="Jie SHU (student)" userId="S::3173350s@student.gla.ac.uk::5b880bda-444d-48b3-ab78-625d08845e91" providerId="AD" clId="Web-{F52FCE50-7089-1911-F473-16097689C7EF}" dt="2026-03-23T04:00:41.436" v="216" actId="14100"/>
          <ac:picMkLst>
            <pc:docMk/>
            <pc:sldMk cId="1232634526" sldId="506"/>
            <ac:picMk id="14" creationId="{67910631-C629-741B-07AE-B73102CF5BF5}"/>
          </ac:picMkLst>
        </pc:picChg>
        <pc:picChg chg="add del mod">
          <ac:chgData name="Jie SHU (student)" userId="S::3173350s@student.gla.ac.uk::5b880bda-444d-48b3-ab78-625d08845e91" providerId="AD" clId="Web-{F52FCE50-7089-1911-F473-16097689C7EF}" dt="2026-03-23T03:59:49.588" v="200"/>
          <ac:picMkLst>
            <pc:docMk/>
            <pc:sldMk cId="1232634526" sldId="506"/>
            <ac:picMk id="15" creationId="{71CD14AA-9790-46D1-361F-3C7B8E944C70}"/>
          </ac:picMkLst>
        </pc:picChg>
        <pc:picChg chg="add del mod">
          <ac:chgData name="Jie SHU (student)" userId="S::3173350s@student.gla.ac.uk::5b880bda-444d-48b3-ab78-625d08845e91" providerId="AD" clId="Web-{F52FCE50-7089-1911-F473-16097689C7EF}" dt="2026-03-23T04:01:01.468" v="221"/>
          <ac:picMkLst>
            <pc:docMk/>
            <pc:sldMk cId="1232634526" sldId="506"/>
            <ac:picMk id="16" creationId="{6117430E-3651-7F47-727B-224651E12F51}"/>
          </ac:picMkLst>
        </pc:picChg>
        <pc:picChg chg="add mod">
          <ac:chgData name="Jie SHU (student)" userId="S::3173350s@student.gla.ac.uk::5b880bda-444d-48b3-ab78-625d08845e91" providerId="AD" clId="Web-{F52FCE50-7089-1911-F473-16097689C7EF}" dt="2026-03-23T04:00:58.921" v="220" actId="14100"/>
          <ac:picMkLst>
            <pc:docMk/>
            <pc:sldMk cId="1232634526" sldId="506"/>
            <ac:picMk id="17" creationId="{D17E27AA-530A-69B1-A436-175E5DDCB4AD}"/>
          </ac:picMkLst>
        </pc:picChg>
        <pc:picChg chg="add mod">
          <ac:chgData name="Jie SHU (student)" userId="S::3173350s@student.gla.ac.uk::5b880bda-444d-48b3-ab78-625d08845e91" providerId="AD" clId="Web-{F52FCE50-7089-1911-F473-16097689C7EF}" dt="2026-03-23T04:01:19.704" v="227" actId="14100"/>
          <ac:picMkLst>
            <pc:docMk/>
            <pc:sldMk cId="1232634526" sldId="506"/>
            <ac:picMk id="18" creationId="{0E147984-BE92-C09C-D227-4780C307C7A0}"/>
          </ac:picMkLst>
        </pc:picChg>
      </pc:sldChg>
      <pc:sldChg chg="addSp delSp modSp add del ord replId">
        <pc:chgData name="Jie SHU (student)" userId="S::3173350s@student.gla.ac.uk::5b880bda-444d-48b3-ab78-625d08845e91" providerId="AD" clId="Web-{F52FCE50-7089-1911-F473-16097689C7EF}" dt="2026-03-23T05:05:19.179" v="361"/>
        <pc:sldMkLst>
          <pc:docMk/>
          <pc:sldMk cId="1612095510" sldId="510"/>
        </pc:sldMkLst>
        <pc:spChg chg="add mod">
          <ac:chgData name="Jie SHU (student)" userId="S::3173350s@student.gla.ac.uk::5b880bda-444d-48b3-ab78-625d08845e91" providerId="AD" clId="Web-{F52FCE50-7089-1911-F473-16097689C7EF}" dt="2026-03-23T04:47:46.890" v="345" actId="1076"/>
          <ac:spMkLst>
            <pc:docMk/>
            <pc:sldMk cId="1612095510" sldId="510"/>
            <ac:spMk id="2" creationId="{95F3973C-6A0E-DDC5-DE55-1948304960C6}"/>
          </ac:spMkLst>
        </pc:spChg>
        <pc:spChg chg="add mod">
          <ac:chgData name="Jie SHU (student)" userId="S::3173350s@student.gla.ac.uk::5b880bda-444d-48b3-ab78-625d08845e91" providerId="AD" clId="Web-{F52FCE50-7089-1911-F473-16097689C7EF}" dt="2026-03-23T04:48:20.720" v="352" actId="1076"/>
          <ac:spMkLst>
            <pc:docMk/>
            <pc:sldMk cId="1612095510" sldId="510"/>
            <ac:spMk id="3" creationId="{347AEA4E-26FF-CB9B-0F9A-09842676E56A}"/>
          </ac:spMkLst>
        </pc:spChg>
        <pc:spChg chg="mod">
          <ac:chgData name="Jie SHU (student)" userId="S::3173350s@student.gla.ac.uk::5b880bda-444d-48b3-ab78-625d08845e91" providerId="AD" clId="Web-{F52FCE50-7089-1911-F473-16097689C7EF}" dt="2026-03-23T04:21:47.667" v="256" actId="20577"/>
          <ac:spMkLst>
            <pc:docMk/>
            <pc:sldMk cId="1612095510" sldId="510"/>
            <ac:spMk id="4" creationId="{6977307A-B366-6983-0FAC-644C3FF05CFC}"/>
          </ac:spMkLst>
        </pc:spChg>
        <pc:spChg chg="mod">
          <ac:chgData name="Jie SHU (student)" userId="S::3173350s@student.gla.ac.uk::5b880bda-444d-48b3-ab78-625d08845e91" providerId="AD" clId="Web-{F52FCE50-7089-1911-F473-16097689C7EF}" dt="2026-03-23T04:46:09.495" v="324" actId="14100"/>
          <ac:spMkLst>
            <pc:docMk/>
            <pc:sldMk cId="1612095510" sldId="510"/>
            <ac:spMk id="5" creationId="{3AD93EEA-EDA6-4386-B808-DD70D63AFB26}"/>
          </ac:spMkLst>
        </pc:spChg>
        <pc:spChg chg="add mod">
          <ac:chgData name="Jie SHU (student)" userId="S::3173350s@student.gla.ac.uk::5b880bda-444d-48b3-ab78-625d08845e91" providerId="AD" clId="Web-{F52FCE50-7089-1911-F473-16097689C7EF}" dt="2026-03-23T04:48:42.408" v="356" actId="1076"/>
          <ac:spMkLst>
            <pc:docMk/>
            <pc:sldMk cId="1612095510" sldId="510"/>
            <ac:spMk id="6" creationId="{503AFCA3-BBAE-E656-2963-8C74C445F028}"/>
          </ac:spMkLst>
        </pc:spChg>
        <pc:spChg chg="add mod">
          <ac:chgData name="Jie SHU (student)" userId="S::3173350s@student.gla.ac.uk::5b880bda-444d-48b3-ab78-625d08845e91" providerId="AD" clId="Web-{F52FCE50-7089-1911-F473-16097689C7EF}" dt="2026-03-23T04:48:55.861" v="358"/>
          <ac:spMkLst>
            <pc:docMk/>
            <pc:sldMk cId="1612095510" sldId="510"/>
            <ac:spMk id="7" creationId="{77B09F58-E4FF-41BC-73C9-AD1EA0A5228E}"/>
          </ac:spMkLst>
        </pc:spChg>
        <pc:picChg chg="del">
          <ac:chgData name="Jie SHU (student)" userId="S::3173350s@student.gla.ac.uk::5b880bda-444d-48b3-ab78-625d08845e91" providerId="AD" clId="Web-{F52FCE50-7089-1911-F473-16097689C7EF}" dt="2026-03-23T04:21:30.651" v="245"/>
          <ac:picMkLst>
            <pc:docMk/>
            <pc:sldMk cId="1612095510" sldId="510"/>
            <ac:picMk id="2" creationId="{55634A4D-1ED5-C1DB-4851-813647E5DECB}"/>
          </ac:picMkLst>
        </pc:picChg>
        <pc:picChg chg="del">
          <ac:chgData name="Jie SHU (student)" userId="S::3173350s@student.gla.ac.uk::5b880bda-444d-48b3-ab78-625d08845e91" providerId="AD" clId="Web-{F52FCE50-7089-1911-F473-16097689C7EF}" dt="2026-03-23T04:21:32.073" v="246"/>
          <ac:picMkLst>
            <pc:docMk/>
            <pc:sldMk cId="1612095510" sldId="510"/>
            <ac:picMk id="3" creationId="{24619679-85BA-DFC2-DB1E-730E75E5AB59}"/>
          </ac:picMkLst>
        </pc:picChg>
      </pc:sldChg>
      <pc:sldChg chg="add del replId">
        <pc:chgData name="Jie SHU (student)" userId="S::3173350s@student.gla.ac.uk::5b880bda-444d-48b3-ab78-625d08845e91" providerId="AD" clId="Web-{F52FCE50-7089-1911-F473-16097689C7EF}" dt="2026-03-23T05:03:53.754" v="360"/>
        <pc:sldMkLst>
          <pc:docMk/>
          <pc:sldMk cId="1154380908" sldId="511"/>
        </pc:sldMkLst>
      </pc:sldChg>
    </pc:docChg>
  </pc:docChgLst>
  <pc:docChgLst>
    <pc:chgData name="JINGHAO WANG (student)" userId="S::3173768w@student.gla.ac.uk::587797f1-fbae-4cef-9af9-78d30e6a7e08" providerId="AD" clId="Web-{118893EE-CD86-E8D8-FD0B-C4CA916E2CE8}"/>
    <pc:docChg chg="addSld modSld">
      <pc:chgData name="JINGHAO WANG (student)" userId="S::3173768w@student.gla.ac.uk::587797f1-fbae-4cef-9af9-78d30e6a7e08" providerId="AD" clId="Web-{118893EE-CD86-E8D8-FD0B-C4CA916E2CE8}" dt="2026-03-23T01:07:07.483" v="256"/>
      <pc:docMkLst>
        <pc:docMk/>
      </pc:docMkLst>
      <pc:sldChg chg="modSp">
        <pc:chgData name="JINGHAO WANG (student)" userId="S::3173768w@student.gla.ac.uk::587797f1-fbae-4cef-9af9-78d30e6a7e08" providerId="AD" clId="Web-{118893EE-CD86-E8D8-FD0B-C4CA916E2CE8}" dt="2026-03-23T01:06:40.592" v="253" actId="14100"/>
        <pc:sldMkLst>
          <pc:docMk/>
          <pc:sldMk cId="17977133" sldId="497"/>
        </pc:sldMkLst>
        <pc:spChg chg="mod">
          <ac:chgData name="JINGHAO WANG (student)" userId="S::3173768w@student.gla.ac.uk::587797f1-fbae-4cef-9af9-78d30e6a7e08" providerId="AD" clId="Web-{118893EE-CD86-E8D8-FD0B-C4CA916E2CE8}" dt="2026-03-23T01:06:40.592" v="253" actId="14100"/>
          <ac:spMkLst>
            <pc:docMk/>
            <pc:sldMk cId="17977133" sldId="497"/>
            <ac:spMk id="3" creationId="{CE1D042F-868F-834F-96EA-D677E5DCBC3A}"/>
          </ac:spMkLst>
        </pc:spChg>
      </pc:sldChg>
      <pc:sldChg chg="addSp delSp modSp new">
        <pc:chgData name="JINGHAO WANG (student)" userId="S::3173768w@student.gla.ac.uk::587797f1-fbae-4cef-9af9-78d30e6a7e08" providerId="AD" clId="Web-{118893EE-CD86-E8D8-FD0B-C4CA916E2CE8}" dt="2026-03-23T00:39:15.089" v="22"/>
        <pc:sldMkLst>
          <pc:docMk/>
          <pc:sldMk cId="2840117079" sldId="503"/>
        </pc:sldMkLst>
        <pc:spChg chg="add del">
          <ac:chgData name="JINGHAO WANG (student)" userId="S::3173768w@student.gla.ac.uk::587797f1-fbae-4cef-9af9-78d30e6a7e08" providerId="AD" clId="Web-{118893EE-CD86-E8D8-FD0B-C4CA916E2CE8}" dt="2026-03-23T00:39:15.089" v="22"/>
          <ac:spMkLst>
            <pc:docMk/>
            <pc:sldMk cId="2840117079" sldId="503"/>
            <ac:spMk id="2" creationId="{ACFE4372-570A-4581-0352-5116CE9694B0}"/>
          </ac:spMkLst>
        </pc:spChg>
        <pc:spChg chg="del">
          <ac:chgData name="JINGHAO WANG (student)" userId="S::3173768w@student.gla.ac.uk::587797f1-fbae-4cef-9af9-78d30e6a7e08" providerId="AD" clId="Web-{118893EE-CD86-E8D8-FD0B-C4CA916E2CE8}" dt="2026-03-23T00:34:59.305" v="1"/>
          <ac:spMkLst>
            <pc:docMk/>
            <pc:sldMk cId="2840117079" sldId="503"/>
            <ac:spMk id="3" creationId="{1C0FD737-2DEE-E47B-AC92-DC88D0FD12E5}"/>
          </ac:spMkLst>
        </pc:spChg>
        <pc:spChg chg="add del">
          <ac:chgData name="JINGHAO WANG (student)" userId="S::3173768w@student.gla.ac.uk::587797f1-fbae-4cef-9af9-78d30e6a7e08" providerId="AD" clId="Web-{118893EE-CD86-E8D8-FD0B-C4CA916E2CE8}" dt="2026-03-23T00:35:32.383" v="4"/>
          <ac:spMkLst>
            <pc:docMk/>
            <pc:sldMk cId="2840117079" sldId="503"/>
            <ac:spMk id="9" creationId="{4BEFDC96-202D-CEB4-CCBB-999E2A86C029}"/>
          </ac:spMkLst>
        </pc:spChg>
        <pc:spChg chg="add del">
          <ac:chgData name="JINGHAO WANG (student)" userId="S::3173768w@student.gla.ac.uk::587797f1-fbae-4cef-9af9-78d30e6a7e08" providerId="AD" clId="Web-{118893EE-CD86-E8D8-FD0B-C4CA916E2CE8}" dt="2026-03-23T00:36:08.245" v="8"/>
          <ac:spMkLst>
            <pc:docMk/>
            <pc:sldMk cId="2840117079" sldId="503"/>
            <ac:spMk id="11" creationId="{3DADAA2D-BD31-F46E-E0EA-C303256C6F43}"/>
          </ac:spMkLst>
        </pc:spChg>
        <pc:graphicFrameChg chg="add del mod">
          <ac:chgData name="JINGHAO WANG (student)" userId="S::3173768w@student.gla.ac.uk::587797f1-fbae-4cef-9af9-78d30e6a7e08" providerId="AD" clId="Web-{118893EE-CD86-E8D8-FD0B-C4CA916E2CE8}" dt="2026-03-23T00:36:26.653" v="11"/>
          <ac:graphicFrameMkLst>
            <pc:docMk/>
            <pc:sldMk cId="2840117079" sldId="503"/>
            <ac:graphicFrameMk id="5" creationId="{EA4E2B7E-C0EA-1C11-C1A0-2FD14D862036}"/>
          </ac:graphicFrameMkLst>
        </pc:graphicFrameChg>
        <pc:picChg chg="add del mod">
          <ac:chgData name="JINGHAO WANG (student)" userId="S::3173768w@student.gla.ac.uk::587797f1-fbae-4cef-9af9-78d30e6a7e08" providerId="AD" clId="Web-{118893EE-CD86-E8D8-FD0B-C4CA916E2CE8}" dt="2026-03-23T00:36:11.417" v="9"/>
          <ac:picMkLst>
            <pc:docMk/>
            <pc:sldMk cId="2840117079" sldId="503"/>
            <ac:picMk id="4" creationId="{3FB28518-6D34-6C73-7BD4-2B24C0C3399B}"/>
          </ac:picMkLst>
        </pc:picChg>
        <pc:picChg chg="add del mod">
          <ac:chgData name="JINGHAO WANG (student)" userId="S::3173768w@student.gla.ac.uk::587797f1-fbae-4cef-9af9-78d30e6a7e08" providerId="AD" clId="Web-{118893EE-CD86-E8D8-FD0B-C4CA916E2CE8}" dt="2026-03-23T00:39:04.119" v="19"/>
          <ac:picMkLst>
            <pc:docMk/>
            <pc:sldMk cId="2840117079" sldId="503"/>
            <ac:picMk id="6" creationId="{6F9E1CEF-21D6-BE93-EBD3-56442BF510B6}"/>
          </ac:picMkLst>
        </pc:picChg>
        <pc:picChg chg="add mod">
          <ac:chgData name="JINGHAO WANG (student)" userId="S::3173768w@student.gla.ac.uk::587797f1-fbae-4cef-9af9-78d30e6a7e08" providerId="AD" clId="Web-{118893EE-CD86-E8D8-FD0B-C4CA916E2CE8}" dt="2026-03-23T00:39:08.417" v="21" actId="1076"/>
          <ac:picMkLst>
            <pc:docMk/>
            <pc:sldMk cId="2840117079" sldId="503"/>
            <ac:picMk id="7" creationId="{A00478F0-DD95-2471-32F4-B0910A072E9D}"/>
          </ac:picMkLst>
        </pc:picChg>
      </pc:sldChg>
      <pc:sldChg chg="addSp delSp modSp new">
        <pc:chgData name="JINGHAO WANG (student)" userId="S::3173768w@student.gla.ac.uk::587797f1-fbae-4cef-9af9-78d30e6a7e08" providerId="AD" clId="Web-{118893EE-CD86-E8D8-FD0B-C4CA916E2CE8}" dt="2026-03-23T01:05:06.403" v="202" actId="1076"/>
        <pc:sldMkLst>
          <pc:docMk/>
          <pc:sldMk cId="2142565534" sldId="504"/>
        </pc:sldMkLst>
        <pc:spChg chg="del">
          <ac:chgData name="JINGHAO WANG (student)" userId="S::3173768w@student.gla.ac.uk::587797f1-fbae-4cef-9af9-78d30e6a7e08" providerId="AD" clId="Web-{118893EE-CD86-E8D8-FD0B-C4CA916E2CE8}" dt="2026-03-23T00:41:54.602" v="25"/>
          <ac:spMkLst>
            <pc:docMk/>
            <pc:sldMk cId="2142565534" sldId="504"/>
            <ac:spMk id="2" creationId="{9B7FF8ED-16E6-16F8-ADA1-D1C86CB8F01C}"/>
          </ac:spMkLst>
        </pc:spChg>
        <pc:spChg chg="del">
          <ac:chgData name="JINGHAO WANG (student)" userId="S::3173768w@student.gla.ac.uk::587797f1-fbae-4cef-9af9-78d30e6a7e08" providerId="AD" clId="Web-{118893EE-CD86-E8D8-FD0B-C4CA916E2CE8}" dt="2026-03-23T00:41:50.725" v="24"/>
          <ac:spMkLst>
            <pc:docMk/>
            <pc:sldMk cId="2142565534" sldId="504"/>
            <ac:spMk id="3" creationId="{A9C0C753-F6FB-E0B9-F557-6F8294184DC7}"/>
          </ac:spMkLst>
        </pc:spChg>
        <pc:spChg chg="add del mod">
          <ac:chgData name="JINGHAO WANG (student)" userId="S::3173768w@student.gla.ac.uk::587797f1-fbae-4cef-9af9-78d30e6a7e08" providerId="AD" clId="Web-{118893EE-CD86-E8D8-FD0B-C4CA916E2CE8}" dt="2026-03-23T00:43:43.403" v="28"/>
          <ac:spMkLst>
            <pc:docMk/>
            <pc:sldMk cId="2142565534" sldId="504"/>
            <ac:spMk id="6" creationId="{A2E1773B-4E38-3B64-93D8-77EE078F55A1}"/>
          </ac:spMkLst>
        </pc:spChg>
        <pc:spChg chg="add del mod">
          <ac:chgData name="JINGHAO WANG (student)" userId="S::3173768w@student.gla.ac.uk::587797f1-fbae-4cef-9af9-78d30e6a7e08" providerId="AD" clId="Web-{118893EE-CD86-E8D8-FD0B-C4CA916E2CE8}" dt="2026-03-23T00:52:01.960" v="49"/>
          <ac:spMkLst>
            <pc:docMk/>
            <pc:sldMk cId="2142565534" sldId="504"/>
            <ac:spMk id="76" creationId="{27FA1394-3948-951C-4F1E-D57D09EE0FFA}"/>
          </ac:spMkLst>
        </pc:spChg>
        <pc:spChg chg="add del mod">
          <ac:chgData name="JINGHAO WANG (student)" userId="S::3173768w@student.gla.ac.uk::587797f1-fbae-4cef-9af9-78d30e6a7e08" providerId="AD" clId="Web-{118893EE-CD86-E8D8-FD0B-C4CA916E2CE8}" dt="2026-03-23T00:52:05.335" v="53"/>
          <ac:spMkLst>
            <pc:docMk/>
            <pc:sldMk cId="2142565534" sldId="504"/>
            <ac:spMk id="89" creationId="{C4E70954-7A66-A515-058E-CCCF54969F2B}"/>
          </ac:spMkLst>
        </pc:spChg>
        <pc:spChg chg="add del mod">
          <ac:chgData name="JINGHAO WANG (student)" userId="S::3173768w@student.gla.ac.uk::587797f1-fbae-4cef-9af9-78d30e6a7e08" providerId="AD" clId="Web-{118893EE-CD86-E8D8-FD0B-C4CA916E2CE8}" dt="2026-03-23T00:52:09.335" v="57"/>
          <ac:spMkLst>
            <pc:docMk/>
            <pc:sldMk cId="2142565534" sldId="504"/>
            <ac:spMk id="102" creationId="{C8FF58B4-2568-1FF5-356D-67E7DEFC5BB9}"/>
          </ac:spMkLst>
        </pc:spChg>
        <pc:spChg chg="add mod">
          <ac:chgData name="JINGHAO WANG (student)" userId="S::3173768w@student.gla.ac.uk::587797f1-fbae-4cef-9af9-78d30e6a7e08" providerId="AD" clId="Web-{118893EE-CD86-E8D8-FD0B-C4CA916E2CE8}" dt="2026-03-23T00:57:50.937" v="132" actId="1076"/>
          <ac:spMkLst>
            <pc:docMk/>
            <pc:sldMk cId="2142565534" sldId="504"/>
            <ac:spMk id="241" creationId="{DDDF4F8A-C2BF-A008-F7F0-0A07593E34ED}"/>
          </ac:spMkLst>
        </pc:spChg>
        <pc:spChg chg="add del mod">
          <ac:chgData name="JINGHAO WANG (student)" userId="S::3173768w@student.gla.ac.uk::587797f1-fbae-4cef-9af9-78d30e6a7e08" providerId="AD" clId="Web-{118893EE-CD86-E8D8-FD0B-C4CA916E2CE8}" dt="2026-03-23T00:54:43.128" v="88"/>
          <ac:spMkLst>
            <pc:docMk/>
            <pc:sldMk cId="2142565534" sldId="504"/>
            <ac:spMk id="244" creationId="{3951128E-42A3-7E75-7ED9-F810D3948E0A}"/>
          </ac:spMkLst>
        </pc:spChg>
        <pc:spChg chg="add mod">
          <ac:chgData name="JINGHAO WANG (student)" userId="S::3173768w@student.gla.ac.uk::587797f1-fbae-4cef-9af9-78d30e6a7e08" providerId="AD" clId="Web-{118893EE-CD86-E8D8-FD0B-C4CA916E2CE8}" dt="2026-03-23T01:05:06.403" v="202" actId="1076"/>
          <ac:spMkLst>
            <pc:docMk/>
            <pc:sldMk cId="2142565534" sldId="504"/>
            <ac:spMk id="412" creationId="{9407DAA2-8A86-86D3-DCFF-80E26E528F1B}"/>
          </ac:spMkLst>
        </pc:spChg>
        <pc:graphicFrameChg chg="add del mod modGraphic">
          <ac:chgData name="JINGHAO WANG (student)" userId="S::3173768w@student.gla.ac.uk::587797f1-fbae-4cef-9af9-78d30e6a7e08" providerId="AD" clId="Web-{118893EE-CD86-E8D8-FD0B-C4CA916E2CE8}" dt="2026-03-23T00:53:43.841" v="74"/>
          <ac:graphicFrameMkLst>
            <pc:docMk/>
            <pc:sldMk cId="2142565534" sldId="504"/>
            <ac:graphicFrameMk id="8" creationId="{FAD16818-109D-F210-575C-99B3ED281234}"/>
          </ac:graphicFrameMkLst>
        </pc:graphicFrameChg>
        <pc:graphicFrameChg chg="add del">
          <ac:chgData name="JINGHAO WANG (student)" userId="S::3173768w@student.gla.ac.uk::587797f1-fbae-4cef-9af9-78d30e6a7e08" providerId="AD" clId="Web-{118893EE-CD86-E8D8-FD0B-C4CA916E2CE8}" dt="2026-03-23T00:50:53.678" v="40"/>
          <ac:graphicFrameMkLst>
            <pc:docMk/>
            <pc:sldMk cId="2142565534" sldId="504"/>
            <ac:graphicFrameMk id="21" creationId="{26EBA673-948E-C169-E36D-F48C1339F8C7}"/>
          </ac:graphicFrameMkLst>
        </pc:graphicFrameChg>
        <pc:graphicFrameChg chg="add mod modGraphic">
          <ac:chgData name="JINGHAO WANG (student)" userId="S::3173768w@student.gla.ac.uk::587797f1-fbae-4cef-9af9-78d30e6a7e08" providerId="AD" clId="Web-{118893EE-CD86-E8D8-FD0B-C4CA916E2CE8}" dt="2026-03-23T00:56:40.152" v="111" actId="1076"/>
          <ac:graphicFrameMkLst>
            <pc:docMk/>
            <pc:sldMk cId="2142565534" sldId="504"/>
            <ac:graphicFrameMk id="245" creationId="{D6D0F90F-55DD-B232-A497-2BBED16059FE}"/>
          </ac:graphicFrameMkLst>
        </pc:graphicFrameChg>
        <pc:picChg chg="add del mod ord">
          <ac:chgData name="JINGHAO WANG (student)" userId="S::3173768w@student.gla.ac.uk::587797f1-fbae-4cef-9af9-78d30e6a7e08" providerId="AD" clId="Web-{118893EE-CD86-E8D8-FD0B-C4CA916E2CE8}" dt="2026-03-23T00:42:19.947" v="27"/>
          <ac:picMkLst>
            <pc:docMk/>
            <pc:sldMk cId="2142565534" sldId="504"/>
            <ac:picMk id="4" creationId="{04366E9A-D97A-80CF-01B5-DD4310BE0C10}"/>
          </ac:picMkLst>
        </pc:picChg>
        <pc:picChg chg="add del mod ord">
          <ac:chgData name="JINGHAO WANG (student)" userId="S::3173768w@student.gla.ac.uk::587797f1-fbae-4cef-9af9-78d30e6a7e08" providerId="AD" clId="Web-{118893EE-CD86-E8D8-FD0B-C4CA916E2CE8}" dt="2026-03-23T00:54:38.784" v="86"/>
          <ac:picMkLst>
            <pc:docMk/>
            <pc:sldMk cId="2142565534" sldId="504"/>
            <ac:picMk id="7" creationId="{3DC96EC8-AC49-66E1-BB0A-4F977922C193}"/>
          </ac:picMkLst>
        </pc:picChg>
        <pc:picChg chg="add mod">
          <ac:chgData name="JINGHAO WANG (student)" userId="S::3173768w@student.gla.ac.uk::587797f1-fbae-4cef-9af9-78d30e6a7e08" providerId="AD" clId="Web-{118893EE-CD86-E8D8-FD0B-C4CA916E2CE8}" dt="2026-03-23T00:57:44.483" v="131" actId="1076"/>
          <ac:picMkLst>
            <pc:docMk/>
            <pc:sldMk cId="2142565534" sldId="504"/>
            <ac:picMk id="242" creationId="{91E3BA51-5148-FEF9-D958-4D2590341751}"/>
          </ac:picMkLst>
        </pc:picChg>
      </pc:sldChg>
      <pc:sldChg chg="delSp new">
        <pc:chgData name="JINGHAO WANG (student)" userId="S::3173768w@student.gla.ac.uk::587797f1-fbae-4cef-9af9-78d30e6a7e08" providerId="AD" clId="Web-{118893EE-CD86-E8D8-FD0B-C4CA916E2CE8}" dt="2026-03-23T01:07:07.483" v="256"/>
        <pc:sldMkLst>
          <pc:docMk/>
          <pc:sldMk cId="2954307744" sldId="505"/>
        </pc:sldMkLst>
        <pc:spChg chg="del">
          <ac:chgData name="JINGHAO WANG (student)" userId="S::3173768w@student.gla.ac.uk::587797f1-fbae-4cef-9af9-78d30e6a7e08" providerId="AD" clId="Web-{118893EE-CD86-E8D8-FD0B-C4CA916E2CE8}" dt="2026-03-23T01:07:07.483" v="256"/>
          <ac:spMkLst>
            <pc:docMk/>
            <pc:sldMk cId="2954307744" sldId="505"/>
            <ac:spMk id="2" creationId="{84187EBD-6E73-1FCC-1D1C-CD83141545D2}"/>
          </ac:spMkLst>
        </pc:spChg>
        <pc:spChg chg="del">
          <ac:chgData name="JINGHAO WANG (student)" userId="S::3173768w@student.gla.ac.uk::587797f1-fbae-4cef-9af9-78d30e6a7e08" providerId="AD" clId="Web-{118893EE-CD86-E8D8-FD0B-C4CA916E2CE8}" dt="2026-03-23T01:07:06.124" v="255"/>
          <ac:spMkLst>
            <pc:docMk/>
            <pc:sldMk cId="2954307744" sldId="505"/>
            <ac:spMk id="3" creationId="{8426CB52-3C41-3CB1-0452-2B1D589F3E26}"/>
          </ac:spMkLst>
        </pc:spChg>
      </pc:sldChg>
    </pc:docChg>
  </pc:docChgLst>
  <pc:docChgLst>
    <pc:chgData name="Ciaran Breen (student)" userId="de5cef2a-82b2-4430-a7ee-38f6519ebaa2" providerId="ADAL" clId="{62A50035-BE6D-4A0B-8087-CD6E67209969}"/>
    <pc:docChg chg="undo redo custSel addSld delSld modSld">
      <pc:chgData name="Ciaran Breen (student)" userId="de5cef2a-82b2-4430-a7ee-38f6519ebaa2" providerId="ADAL" clId="{62A50035-BE6D-4A0B-8087-CD6E67209969}" dt="2026-03-22T11:27:06.125" v="1243" actId="20577"/>
      <pc:docMkLst>
        <pc:docMk/>
      </pc:docMkLst>
      <pc:sldChg chg="modSp mod">
        <pc:chgData name="Ciaran Breen (student)" userId="de5cef2a-82b2-4430-a7ee-38f6519ebaa2" providerId="ADAL" clId="{62A50035-BE6D-4A0B-8087-CD6E67209969}" dt="2026-03-22T11:15:48.394" v="1113" actId="790"/>
        <pc:sldMkLst>
          <pc:docMk/>
          <pc:sldMk cId="4244171547" sldId="256"/>
        </pc:sldMkLst>
        <pc:spChg chg="mod">
          <ac:chgData name="Ciaran Breen (student)" userId="de5cef2a-82b2-4430-a7ee-38f6519ebaa2" providerId="ADAL" clId="{62A50035-BE6D-4A0B-8087-CD6E67209969}" dt="2026-03-22T11:15:48.394" v="1113" actId="790"/>
          <ac:spMkLst>
            <pc:docMk/>
            <pc:sldMk cId="4244171547" sldId="256"/>
            <ac:spMk id="2" creationId="{00000000-0000-0000-0000-000000000000}"/>
          </ac:spMkLst>
        </pc:spChg>
      </pc:sldChg>
      <pc:sldChg chg="modSp mod">
        <pc:chgData name="Ciaran Breen (student)" userId="de5cef2a-82b2-4430-a7ee-38f6519ebaa2" providerId="ADAL" clId="{62A50035-BE6D-4A0B-8087-CD6E67209969}" dt="2026-03-22T11:27:06.125" v="1243" actId="20577"/>
        <pc:sldMkLst>
          <pc:docMk/>
          <pc:sldMk cId="3006378702" sldId="273"/>
        </pc:sldMkLst>
        <pc:spChg chg="mod">
          <ac:chgData name="Ciaran Breen (student)" userId="de5cef2a-82b2-4430-a7ee-38f6519ebaa2" providerId="ADAL" clId="{62A50035-BE6D-4A0B-8087-CD6E67209969}" dt="2026-03-22T11:27:06.125" v="1243" actId="20577"/>
          <ac:spMkLst>
            <pc:docMk/>
            <pc:sldMk cId="3006378702" sldId="273"/>
            <ac:spMk id="2" creationId="{7175F20C-468E-F742-9149-B8A5FEBC2911}"/>
          </ac:spMkLst>
        </pc:spChg>
        <pc:spChg chg="mod">
          <ac:chgData name="Ciaran Breen (student)" userId="de5cef2a-82b2-4430-a7ee-38f6519ebaa2" providerId="ADAL" clId="{62A50035-BE6D-4A0B-8087-CD6E67209969}" dt="2026-03-22T11:15:48.394" v="1113" actId="790"/>
          <ac:spMkLst>
            <pc:docMk/>
            <pc:sldMk cId="3006378702" sldId="273"/>
            <ac:spMk id="12" creationId="{044E80E0-21D5-A09C-9C43-3B822C05837D}"/>
          </ac:spMkLst>
        </pc:spChg>
        <pc:spChg chg="mod">
          <ac:chgData name="Ciaran Breen (student)" userId="de5cef2a-82b2-4430-a7ee-38f6519ebaa2" providerId="ADAL" clId="{62A50035-BE6D-4A0B-8087-CD6E67209969}" dt="2026-03-22T11:15:48.394" v="1113" actId="790"/>
          <ac:spMkLst>
            <pc:docMk/>
            <pc:sldMk cId="3006378702" sldId="273"/>
            <ac:spMk id="13" creationId="{792BBCD2-E264-1B57-0E93-92E9DB639953}"/>
          </ac:spMkLst>
        </pc:spChg>
      </pc:sldChg>
      <pc:sldChg chg="addSp delSp modSp mod setBg modAnim">
        <pc:chgData name="Ciaran Breen (student)" userId="de5cef2a-82b2-4430-a7ee-38f6519ebaa2" providerId="ADAL" clId="{62A50035-BE6D-4A0B-8087-CD6E67209969}" dt="2026-03-22T11:15:48.394" v="1113" actId="790"/>
        <pc:sldMkLst>
          <pc:docMk/>
          <pc:sldMk cId="1097243814" sldId="479"/>
        </pc:sldMkLst>
        <pc:spChg chg="mod">
          <ac:chgData name="Ciaran Breen (student)" userId="de5cef2a-82b2-4430-a7ee-38f6519ebaa2" providerId="ADAL" clId="{62A50035-BE6D-4A0B-8087-CD6E67209969}" dt="2026-03-22T11:15:48.394" v="1113" actId="790"/>
          <ac:spMkLst>
            <pc:docMk/>
            <pc:sldMk cId="1097243814" sldId="479"/>
            <ac:spMk id="2" creationId="{BCED6D11-8D2E-DA4D-98A2-908011AD76C4}"/>
          </ac:spMkLst>
        </pc:spChg>
        <pc:spChg chg="add mod">
          <ac:chgData name="Ciaran Breen (student)" userId="de5cef2a-82b2-4430-a7ee-38f6519ebaa2" providerId="ADAL" clId="{62A50035-BE6D-4A0B-8087-CD6E67209969}" dt="2026-03-22T11:15:48.394" v="1113" actId="790"/>
          <ac:spMkLst>
            <pc:docMk/>
            <pc:sldMk cId="1097243814" sldId="479"/>
            <ac:spMk id="6" creationId="{01DF7729-9D8C-8F8E-3CCA-39FB0CE3AE46}"/>
          </ac:spMkLst>
        </pc:spChg>
        <pc:spChg chg="add mod">
          <ac:chgData name="Ciaran Breen (student)" userId="de5cef2a-82b2-4430-a7ee-38f6519ebaa2" providerId="ADAL" clId="{62A50035-BE6D-4A0B-8087-CD6E67209969}" dt="2026-03-22T11:15:48.394" v="1113" actId="790"/>
          <ac:spMkLst>
            <pc:docMk/>
            <pc:sldMk cId="1097243814" sldId="479"/>
            <ac:spMk id="7" creationId="{3CCF8B89-28EA-4BD4-0FFA-A9BFEBB15D91}"/>
          </ac:spMkLst>
        </pc:spChg>
        <pc:spChg chg="add mod">
          <ac:chgData name="Ciaran Breen (student)" userId="de5cef2a-82b2-4430-a7ee-38f6519ebaa2" providerId="ADAL" clId="{62A50035-BE6D-4A0B-8087-CD6E67209969}" dt="2026-03-22T11:15:48.394" v="1113" actId="790"/>
          <ac:spMkLst>
            <pc:docMk/>
            <pc:sldMk cId="1097243814" sldId="479"/>
            <ac:spMk id="8" creationId="{42CA914D-D434-71D6-48AB-080AD9E94990}"/>
          </ac:spMkLst>
        </pc:spChg>
        <pc:spChg chg="add del mod">
          <ac:chgData name="Ciaran Breen (student)" userId="de5cef2a-82b2-4430-a7ee-38f6519ebaa2" providerId="ADAL" clId="{62A50035-BE6D-4A0B-8087-CD6E67209969}" dt="2026-03-22T10:54:22.888" v="406" actId="478"/>
          <ac:spMkLst>
            <pc:docMk/>
            <pc:sldMk cId="1097243814" sldId="479"/>
            <ac:spMk id="9" creationId="{F27EFCFD-6E45-32F8-BDF1-FDAC032BD14D}"/>
          </ac:spMkLst>
        </pc:spChg>
        <pc:spChg chg="add mod">
          <ac:chgData name="Ciaran Breen (student)" userId="de5cef2a-82b2-4430-a7ee-38f6519ebaa2" providerId="ADAL" clId="{62A50035-BE6D-4A0B-8087-CD6E67209969}" dt="2026-03-22T11:15:48.394" v="1113" actId="790"/>
          <ac:spMkLst>
            <pc:docMk/>
            <pc:sldMk cId="1097243814" sldId="479"/>
            <ac:spMk id="10" creationId="{DABC31AB-7CE3-618B-FB3D-79F63BFAD9FD}"/>
          </ac:spMkLst>
        </pc:spChg>
        <pc:spChg chg="add mod">
          <ac:chgData name="Ciaran Breen (student)" userId="de5cef2a-82b2-4430-a7ee-38f6519ebaa2" providerId="ADAL" clId="{62A50035-BE6D-4A0B-8087-CD6E67209969}" dt="2026-03-22T11:15:48.394" v="1113" actId="790"/>
          <ac:spMkLst>
            <pc:docMk/>
            <pc:sldMk cId="1097243814" sldId="479"/>
            <ac:spMk id="11" creationId="{B3601CB6-B976-07B1-3B57-5DACD59E7C99}"/>
          </ac:spMkLst>
        </pc:spChg>
        <pc:spChg chg="add mod">
          <ac:chgData name="Ciaran Breen (student)" userId="de5cef2a-82b2-4430-a7ee-38f6519ebaa2" providerId="ADAL" clId="{62A50035-BE6D-4A0B-8087-CD6E67209969}" dt="2026-03-22T11:15:48.394" v="1113" actId="790"/>
          <ac:spMkLst>
            <pc:docMk/>
            <pc:sldMk cId="1097243814" sldId="479"/>
            <ac:spMk id="12" creationId="{EF8FC743-9358-60E0-1931-ECC6628EA386}"/>
          </ac:spMkLst>
        </pc:spChg>
        <pc:picChg chg="add del mod modCrop">
          <ac:chgData name="Ciaran Breen (student)" userId="de5cef2a-82b2-4430-a7ee-38f6519ebaa2" providerId="ADAL" clId="{62A50035-BE6D-4A0B-8087-CD6E67209969}" dt="2026-03-22T10:48:41.613" v="136" actId="478"/>
          <ac:picMkLst>
            <pc:docMk/>
            <pc:sldMk cId="1097243814" sldId="479"/>
            <ac:picMk id="4" creationId="{10B9D10D-507C-F8D0-05AC-FC5DDB1FC411}"/>
          </ac:picMkLst>
        </pc:picChg>
        <pc:picChg chg="add mod modCrop">
          <ac:chgData name="Ciaran Breen (student)" userId="de5cef2a-82b2-4430-a7ee-38f6519ebaa2" providerId="ADAL" clId="{62A50035-BE6D-4A0B-8087-CD6E67209969}" dt="2026-03-22T10:50:09.034" v="163" actId="1076"/>
          <ac:picMkLst>
            <pc:docMk/>
            <pc:sldMk cId="1097243814" sldId="479"/>
            <ac:picMk id="5" creationId="{1ADD7D22-148C-F45A-08DF-939B467EF26D}"/>
          </ac:picMkLst>
        </pc:picChg>
      </pc:sldChg>
      <pc:sldChg chg="del">
        <pc:chgData name="Ciaran Breen (student)" userId="de5cef2a-82b2-4430-a7ee-38f6519ebaa2" providerId="ADAL" clId="{62A50035-BE6D-4A0B-8087-CD6E67209969}" dt="2026-03-22T11:10:34.410" v="1001" actId="47"/>
        <pc:sldMkLst>
          <pc:docMk/>
          <pc:sldMk cId="3039843517" sldId="480"/>
        </pc:sldMkLst>
      </pc:sldChg>
      <pc:sldChg chg="modSp mod">
        <pc:chgData name="Ciaran Breen (student)" userId="de5cef2a-82b2-4430-a7ee-38f6519ebaa2" providerId="ADAL" clId="{62A50035-BE6D-4A0B-8087-CD6E67209969}" dt="2026-03-22T11:15:48.394" v="1113" actId="790"/>
        <pc:sldMkLst>
          <pc:docMk/>
          <pc:sldMk cId="1035235603" sldId="481"/>
        </pc:sldMkLst>
        <pc:spChg chg="mod">
          <ac:chgData name="Ciaran Breen (student)" userId="de5cef2a-82b2-4430-a7ee-38f6519ebaa2" providerId="ADAL" clId="{62A50035-BE6D-4A0B-8087-CD6E67209969}" dt="2026-03-22T11:15:48.394" v="1113" actId="790"/>
          <ac:spMkLst>
            <pc:docMk/>
            <pc:sldMk cId="1035235603" sldId="481"/>
            <ac:spMk id="3" creationId="{B1085ABA-05C7-C642-9A95-762F3AAD856F}"/>
          </ac:spMkLst>
        </pc:spChg>
        <pc:spChg chg="mod">
          <ac:chgData name="Ciaran Breen (student)" userId="de5cef2a-82b2-4430-a7ee-38f6519ebaa2" providerId="ADAL" clId="{62A50035-BE6D-4A0B-8087-CD6E67209969}" dt="2026-03-22T11:15:48.394" v="1113" actId="790"/>
          <ac:spMkLst>
            <pc:docMk/>
            <pc:sldMk cId="1035235603" sldId="481"/>
            <ac:spMk id="5" creationId="{67547495-D59D-A149-B657-228A0782507E}"/>
          </ac:spMkLst>
        </pc:spChg>
      </pc:sldChg>
      <pc:sldChg chg="modSp del mod">
        <pc:chgData name="Ciaran Breen (student)" userId="de5cef2a-82b2-4430-a7ee-38f6519ebaa2" providerId="ADAL" clId="{62A50035-BE6D-4A0B-8087-CD6E67209969}" dt="2026-03-22T11:26:33.517" v="1181" actId="47"/>
        <pc:sldMkLst>
          <pc:docMk/>
          <pc:sldMk cId="207084358" sldId="485"/>
        </pc:sldMkLst>
        <pc:spChg chg="mod">
          <ac:chgData name="Ciaran Breen (student)" userId="de5cef2a-82b2-4430-a7ee-38f6519ebaa2" providerId="ADAL" clId="{62A50035-BE6D-4A0B-8087-CD6E67209969}" dt="2026-03-22T11:15:48.394" v="1113" actId="790"/>
          <ac:spMkLst>
            <pc:docMk/>
            <pc:sldMk cId="207084358" sldId="485"/>
            <ac:spMk id="2" creationId="{0489F1E7-84A3-A349-8AEB-5A5CFDB87C9C}"/>
          </ac:spMkLst>
        </pc:spChg>
        <pc:spChg chg="mod">
          <ac:chgData name="Ciaran Breen (student)" userId="de5cef2a-82b2-4430-a7ee-38f6519ebaa2" providerId="ADAL" clId="{62A50035-BE6D-4A0B-8087-CD6E67209969}" dt="2026-03-22T11:15:48.394" v="1113" actId="790"/>
          <ac:spMkLst>
            <pc:docMk/>
            <pc:sldMk cId="207084358" sldId="485"/>
            <ac:spMk id="3" creationId="{CE1D042F-868F-834F-96EA-D677E5DCBC3A}"/>
          </ac:spMkLst>
        </pc:spChg>
      </pc:sldChg>
      <pc:sldChg chg="modSp mod">
        <pc:chgData name="Ciaran Breen (student)" userId="de5cef2a-82b2-4430-a7ee-38f6519ebaa2" providerId="ADAL" clId="{62A50035-BE6D-4A0B-8087-CD6E67209969}" dt="2026-03-22T11:15:48.394" v="1113" actId="790"/>
        <pc:sldMkLst>
          <pc:docMk/>
          <pc:sldMk cId="4108457970" sldId="487"/>
        </pc:sldMkLst>
        <pc:spChg chg="mod">
          <ac:chgData name="Ciaran Breen (student)" userId="de5cef2a-82b2-4430-a7ee-38f6519ebaa2" providerId="ADAL" clId="{62A50035-BE6D-4A0B-8087-CD6E67209969}" dt="2026-03-22T11:15:48.394" v="1113" actId="790"/>
          <ac:spMkLst>
            <pc:docMk/>
            <pc:sldMk cId="4108457970" sldId="487"/>
            <ac:spMk id="2" creationId="{7DCCE8C1-722C-76F6-22BE-D976EE0514FC}"/>
          </ac:spMkLst>
        </pc:spChg>
      </pc:sldChg>
      <pc:sldChg chg="modSp mod">
        <pc:chgData name="Ciaran Breen (student)" userId="de5cef2a-82b2-4430-a7ee-38f6519ebaa2" providerId="ADAL" clId="{62A50035-BE6D-4A0B-8087-CD6E67209969}" dt="2026-03-22T11:15:48.394" v="1113" actId="790"/>
        <pc:sldMkLst>
          <pc:docMk/>
          <pc:sldMk cId="1803348971" sldId="488"/>
        </pc:sldMkLst>
        <pc:spChg chg="mod">
          <ac:chgData name="Ciaran Breen (student)" userId="de5cef2a-82b2-4430-a7ee-38f6519ebaa2" providerId="ADAL" clId="{62A50035-BE6D-4A0B-8087-CD6E67209969}" dt="2026-03-22T11:15:48.394" v="1113" actId="790"/>
          <ac:spMkLst>
            <pc:docMk/>
            <pc:sldMk cId="1803348971" sldId="488"/>
            <ac:spMk id="2" creationId="{E2CE9790-948A-5DBF-2595-657459B80045}"/>
          </ac:spMkLst>
        </pc:spChg>
      </pc:sldChg>
      <pc:sldChg chg="modSp mod">
        <pc:chgData name="Ciaran Breen (student)" userId="de5cef2a-82b2-4430-a7ee-38f6519ebaa2" providerId="ADAL" clId="{62A50035-BE6D-4A0B-8087-CD6E67209969}" dt="2026-03-22T11:15:48.394" v="1113" actId="790"/>
        <pc:sldMkLst>
          <pc:docMk/>
          <pc:sldMk cId="3365621034" sldId="489"/>
        </pc:sldMkLst>
        <pc:spChg chg="mod">
          <ac:chgData name="Ciaran Breen (student)" userId="de5cef2a-82b2-4430-a7ee-38f6519ebaa2" providerId="ADAL" clId="{62A50035-BE6D-4A0B-8087-CD6E67209969}" dt="2026-03-22T11:15:48.394" v="1113" actId="790"/>
          <ac:spMkLst>
            <pc:docMk/>
            <pc:sldMk cId="3365621034" sldId="489"/>
            <ac:spMk id="2" creationId="{F863350B-A9D3-202A-FBF6-846015AF2292}"/>
          </ac:spMkLst>
        </pc:spChg>
      </pc:sldChg>
      <pc:sldChg chg="modSp mod">
        <pc:chgData name="Ciaran Breen (student)" userId="de5cef2a-82b2-4430-a7ee-38f6519ebaa2" providerId="ADAL" clId="{62A50035-BE6D-4A0B-8087-CD6E67209969}" dt="2026-03-22T11:15:48.394" v="1113" actId="790"/>
        <pc:sldMkLst>
          <pc:docMk/>
          <pc:sldMk cId="3417183863" sldId="490"/>
        </pc:sldMkLst>
        <pc:spChg chg="mod">
          <ac:chgData name="Ciaran Breen (student)" userId="de5cef2a-82b2-4430-a7ee-38f6519ebaa2" providerId="ADAL" clId="{62A50035-BE6D-4A0B-8087-CD6E67209969}" dt="2026-03-22T11:15:48.394" v="1113" actId="790"/>
          <ac:spMkLst>
            <pc:docMk/>
            <pc:sldMk cId="3417183863" sldId="490"/>
            <ac:spMk id="2" creationId="{216D293C-643C-E6A7-4320-0B45C2236C7F}"/>
          </ac:spMkLst>
        </pc:spChg>
      </pc:sldChg>
      <pc:sldChg chg="modSp mod">
        <pc:chgData name="Ciaran Breen (student)" userId="de5cef2a-82b2-4430-a7ee-38f6519ebaa2" providerId="ADAL" clId="{62A50035-BE6D-4A0B-8087-CD6E67209969}" dt="2026-03-22T11:15:48.394" v="1113" actId="790"/>
        <pc:sldMkLst>
          <pc:docMk/>
          <pc:sldMk cId="2843745474" sldId="491"/>
        </pc:sldMkLst>
        <pc:spChg chg="mod">
          <ac:chgData name="Ciaran Breen (student)" userId="de5cef2a-82b2-4430-a7ee-38f6519ebaa2" providerId="ADAL" clId="{62A50035-BE6D-4A0B-8087-CD6E67209969}" dt="2026-03-22T11:15:48.394" v="1113" actId="790"/>
          <ac:spMkLst>
            <pc:docMk/>
            <pc:sldMk cId="2843745474" sldId="491"/>
            <ac:spMk id="2" creationId="{3D0F664F-84D4-10F6-D7EA-1605874CE3CA}"/>
          </ac:spMkLst>
        </pc:spChg>
      </pc:sldChg>
      <pc:sldChg chg="modSp mod">
        <pc:chgData name="Ciaran Breen (student)" userId="de5cef2a-82b2-4430-a7ee-38f6519ebaa2" providerId="ADAL" clId="{62A50035-BE6D-4A0B-8087-CD6E67209969}" dt="2026-03-22T11:15:48.394" v="1113" actId="790"/>
        <pc:sldMkLst>
          <pc:docMk/>
          <pc:sldMk cId="363199237" sldId="492"/>
        </pc:sldMkLst>
        <pc:spChg chg="mod">
          <ac:chgData name="Ciaran Breen (student)" userId="de5cef2a-82b2-4430-a7ee-38f6519ebaa2" providerId="ADAL" clId="{62A50035-BE6D-4A0B-8087-CD6E67209969}" dt="2026-03-22T11:15:48.394" v="1113" actId="790"/>
          <ac:spMkLst>
            <pc:docMk/>
            <pc:sldMk cId="363199237" sldId="492"/>
            <ac:spMk id="3" creationId="{D444E732-0A25-06A2-D5A3-54B094E28CCA}"/>
          </ac:spMkLst>
        </pc:spChg>
        <pc:spChg chg="mod">
          <ac:chgData name="Ciaran Breen (student)" userId="de5cef2a-82b2-4430-a7ee-38f6519ebaa2" providerId="ADAL" clId="{62A50035-BE6D-4A0B-8087-CD6E67209969}" dt="2026-03-22T11:15:48.394" v="1113" actId="790"/>
          <ac:spMkLst>
            <pc:docMk/>
            <pc:sldMk cId="363199237" sldId="492"/>
            <ac:spMk id="5" creationId="{29203F67-7D7A-2C87-E0EA-64B698EBAF25}"/>
          </ac:spMkLst>
        </pc:spChg>
      </pc:sldChg>
      <pc:sldChg chg="modSp mod">
        <pc:chgData name="Ciaran Breen (student)" userId="de5cef2a-82b2-4430-a7ee-38f6519ebaa2" providerId="ADAL" clId="{62A50035-BE6D-4A0B-8087-CD6E67209969}" dt="2026-03-22T11:15:48.394" v="1113" actId="790"/>
        <pc:sldMkLst>
          <pc:docMk/>
          <pc:sldMk cId="1957533761" sldId="493"/>
        </pc:sldMkLst>
        <pc:spChg chg="mod">
          <ac:chgData name="Ciaran Breen (student)" userId="de5cef2a-82b2-4430-a7ee-38f6519ebaa2" providerId="ADAL" clId="{62A50035-BE6D-4A0B-8087-CD6E67209969}" dt="2026-03-22T11:15:48.394" v="1113" actId="790"/>
          <ac:spMkLst>
            <pc:docMk/>
            <pc:sldMk cId="1957533761" sldId="493"/>
            <ac:spMk id="3" creationId="{5591332F-AA47-721E-11E4-47662ABE8E09}"/>
          </ac:spMkLst>
        </pc:spChg>
        <pc:spChg chg="mod">
          <ac:chgData name="Ciaran Breen (student)" userId="de5cef2a-82b2-4430-a7ee-38f6519ebaa2" providerId="ADAL" clId="{62A50035-BE6D-4A0B-8087-CD6E67209969}" dt="2026-03-22T11:15:48.394" v="1113" actId="790"/>
          <ac:spMkLst>
            <pc:docMk/>
            <pc:sldMk cId="1957533761" sldId="493"/>
            <ac:spMk id="5" creationId="{779F5A37-04A5-79DE-9B8C-E2048616D79D}"/>
          </ac:spMkLst>
        </pc:spChg>
        <pc:spChg chg="mod">
          <ac:chgData name="Ciaran Breen (student)" userId="de5cef2a-82b2-4430-a7ee-38f6519ebaa2" providerId="ADAL" clId="{62A50035-BE6D-4A0B-8087-CD6E67209969}" dt="2026-03-22T11:15:48.394" v="1113" actId="790"/>
          <ac:spMkLst>
            <pc:docMk/>
            <pc:sldMk cId="1957533761" sldId="493"/>
            <ac:spMk id="7" creationId="{1B7D371F-DDB4-D1E1-5830-30D8E95ED04D}"/>
          </ac:spMkLst>
        </pc:spChg>
      </pc:sldChg>
      <pc:sldChg chg="modSp mod">
        <pc:chgData name="Ciaran Breen (student)" userId="de5cef2a-82b2-4430-a7ee-38f6519ebaa2" providerId="ADAL" clId="{62A50035-BE6D-4A0B-8087-CD6E67209969}" dt="2026-03-22T11:15:48.394" v="1113" actId="790"/>
        <pc:sldMkLst>
          <pc:docMk/>
          <pc:sldMk cId="2468202351" sldId="494"/>
        </pc:sldMkLst>
        <pc:spChg chg="mod">
          <ac:chgData name="Ciaran Breen (student)" userId="de5cef2a-82b2-4430-a7ee-38f6519ebaa2" providerId="ADAL" clId="{62A50035-BE6D-4A0B-8087-CD6E67209969}" dt="2026-03-22T11:15:48.394" v="1113" actId="790"/>
          <ac:spMkLst>
            <pc:docMk/>
            <pc:sldMk cId="2468202351" sldId="494"/>
            <ac:spMk id="3" creationId="{9D3F36B7-F0C3-C0EF-B672-E27F674B316F}"/>
          </ac:spMkLst>
        </pc:spChg>
        <pc:spChg chg="mod">
          <ac:chgData name="Ciaran Breen (student)" userId="de5cef2a-82b2-4430-a7ee-38f6519ebaa2" providerId="ADAL" clId="{62A50035-BE6D-4A0B-8087-CD6E67209969}" dt="2026-03-22T11:15:48.394" v="1113" actId="790"/>
          <ac:spMkLst>
            <pc:docMk/>
            <pc:sldMk cId="2468202351" sldId="494"/>
            <ac:spMk id="5" creationId="{D2C9360A-52D8-DFDE-8481-2F494CEBC40A}"/>
          </ac:spMkLst>
        </pc:spChg>
      </pc:sldChg>
      <pc:sldChg chg="modSp mod">
        <pc:chgData name="Ciaran Breen (student)" userId="de5cef2a-82b2-4430-a7ee-38f6519ebaa2" providerId="ADAL" clId="{62A50035-BE6D-4A0B-8087-CD6E67209969}" dt="2026-03-22T11:15:48.394" v="1113" actId="790"/>
        <pc:sldMkLst>
          <pc:docMk/>
          <pc:sldMk cId="3633002197" sldId="495"/>
        </pc:sldMkLst>
        <pc:spChg chg="mod">
          <ac:chgData name="Ciaran Breen (student)" userId="de5cef2a-82b2-4430-a7ee-38f6519ebaa2" providerId="ADAL" clId="{62A50035-BE6D-4A0B-8087-CD6E67209969}" dt="2026-03-22T11:15:48.394" v="1113" actId="790"/>
          <ac:spMkLst>
            <pc:docMk/>
            <pc:sldMk cId="3633002197" sldId="495"/>
            <ac:spMk id="3" creationId="{A23554D9-6D40-FF6A-1DA4-E2015A93B587}"/>
          </ac:spMkLst>
        </pc:spChg>
        <pc:spChg chg="mod">
          <ac:chgData name="Ciaran Breen (student)" userId="de5cef2a-82b2-4430-a7ee-38f6519ebaa2" providerId="ADAL" clId="{62A50035-BE6D-4A0B-8087-CD6E67209969}" dt="2026-03-22T11:15:48.394" v="1113" actId="790"/>
          <ac:spMkLst>
            <pc:docMk/>
            <pc:sldMk cId="3633002197" sldId="495"/>
            <ac:spMk id="5" creationId="{2D28B51A-B16E-5987-2189-5D178651F87B}"/>
          </ac:spMkLst>
        </pc:spChg>
      </pc:sldChg>
      <pc:sldChg chg="modSp mod">
        <pc:chgData name="Ciaran Breen (student)" userId="de5cef2a-82b2-4430-a7ee-38f6519ebaa2" providerId="ADAL" clId="{62A50035-BE6D-4A0B-8087-CD6E67209969}" dt="2026-03-22T11:15:48.394" v="1113" actId="790"/>
        <pc:sldMkLst>
          <pc:docMk/>
          <pc:sldMk cId="584841981" sldId="496"/>
        </pc:sldMkLst>
        <pc:spChg chg="mod">
          <ac:chgData name="Ciaran Breen (student)" userId="de5cef2a-82b2-4430-a7ee-38f6519ebaa2" providerId="ADAL" clId="{62A50035-BE6D-4A0B-8087-CD6E67209969}" dt="2026-03-22T11:15:48.394" v="1113" actId="790"/>
          <ac:spMkLst>
            <pc:docMk/>
            <pc:sldMk cId="584841981" sldId="496"/>
            <ac:spMk id="3" creationId="{DB59457E-05F9-764B-E1B4-66E16C4D800C}"/>
          </ac:spMkLst>
        </pc:spChg>
        <pc:spChg chg="mod">
          <ac:chgData name="Ciaran Breen (student)" userId="de5cef2a-82b2-4430-a7ee-38f6519ebaa2" providerId="ADAL" clId="{62A50035-BE6D-4A0B-8087-CD6E67209969}" dt="2026-03-22T11:15:48.394" v="1113" actId="790"/>
          <ac:spMkLst>
            <pc:docMk/>
            <pc:sldMk cId="584841981" sldId="496"/>
            <ac:spMk id="5" creationId="{A8216AC1-941B-0458-9C38-E8DB15EFD23B}"/>
          </ac:spMkLst>
        </pc:spChg>
      </pc:sldChg>
      <pc:sldChg chg="modSp mod">
        <pc:chgData name="Ciaran Breen (student)" userId="de5cef2a-82b2-4430-a7ee-38f6519ebaa2" providerId="ADAL" clId="{62A50035-BE6D-4A0B-8087-CD6E67209969}" dt="2026-03-22T11:15:48.394" v="1113" actId="790"/>
        <pc:sldMkLst>
          <pc:docMk/>
          <pc:sldMk cId="17977133" sldId="497"/>
        </pc:sldMkLst>
        <pc:spChg chg="mod">
          <ac:chgData name="Ciaran Breen (student)" userId="de5cef2a-82b2-4430-a7ee-38f6519ebaa2" providerId="ADAL" clId="{62A50035-BE6D-4A0B-8087-CD6E67209969}" dt="2026-03-22T11:15:48.394" v="1113" actId="790"/>
          <ac:spMkLst>
            <pc:docMk/>
            <pc:sldMk cId="17977133" sldId="497"/>
            <ac:spMk id="2" creationId="{0489F1E7-84A3-A349-8AEB-5A5CFDB87C9C}"/>
          </ac:spMkLst>
        </pc:spChg>
        <pc:spChg chg="mod">
          <ac:chgData name="Ciaran Breen (student)" userId="de5cef2a-82b2-4430-a7ee-38f6519ebaa2" providerId="ADAL" clId="{62A50035-BE6D-4A0B-8087-CD6E67209969}" dt="2026-03-22T11:15:48.394" v="1113" actId="790"/>
          <ac:spMkLst>
            <pc:docMk/>
            <pc:sldMk cId="17977133" sldId="497"/>
            <ac:spMk id="3" creationId="{CE1D042F-868F-834F-96EA-D677E5DCBC3A}"/>
          </ac:spMkLst>
        </pc:spChg>
      </pc:sldChg>
      <pc:sldChg chg="modSp mod">
        <pc:chgData name="Ciaran Breen (student)" userId="de5cef2a-82b2-4430-a7ee-38f6519ebaa2" providerId="ADAL" clId="{62A50035-BE6D-4A0B-8087-CD6E67209969}" dt="2026-03-22T11:15:48.394" v="1113" actId="790"/>
        <pc:sldMkLst>
          <pc:docMk/>
          <pc:sldMk cId="111958403" sldId="498"/>
        </pc:sldMkLst>
        <pc:spChg chg="mod">
          <ac:chgData name="Ciaran Breen (student)" userId="de5cef2a-82b2-4430-a7ee-38f6519ebaa2" providerId="ADAL" clId="{62A50035-BE6D-4A0B-8087-CD6E67209969}" dt="2026-03-22T11:15:48.394" v="1113" actId="790"/>
          <ac:spMkLst>
            <pc:docMk/>
            <pc:sldMk cId="111958403" sldId="498"/>
            <ac:spMk id="3" creationId="{A23CD0CD-E008-3190-1D29-127036EA1310}"/>
          </ac:spMkLst>
        </pc:spChg>
        <pc:spChg chg="mod">
          <ac:chgData name="Ciaran Breen (student)" userId="de5cef2a-82b2-4430-a7ee-38f6519ebaa2" providerId="ADAL" clId="{62A50035-BE6D-4A0B-8087-CD6E67209969}" dt="2026-03-22T11:15:48.394" v="1113" actId="790"/>
          <ac:spMkLst>
            <pc:docMk/>
            <pc:sldMk cId="111958403" sldId="498"/>
            <ac:spMk id="5" creationId="{7AFEB1F8-A80B-2DA4-14B4-1B555492739C}"/>
          </ac:spMkLst>
        </pc:spChg>
      </pc:sldChg>
      <pc:sldChg chg="modSp add mod">
        <pc:chgData name="Ciaran Breen (student)" userId="de5cef2a-82b2-4430-a7ee-38f6519ebaa2" providerId="ADAL" clId="{62A50035-BE6D-4A0B-8087-CD6E67209969}" dt="2026-03-22T11:15:48.394" v="1113" actId="790"/>
        <pc:sldMkLst>
          <pc:docMk/>
          <pc:sldMk cId="1931213692" sldId="499"/>
        </pc:sldMkLst>
        <pc:spChg chg="mod">
          <ac:chgData name="Ciaran Breen (student)" userId="de5cef2a-82b2-4430-a7ee-38f6519ebaa2" providerId="ADAL" clId="{62A50035-BE6D-4A0B-8087-CD6E67209969}" dt="2026-03-22T11:15:48.394" v="1113" actId="790"/>
          <ac:spMkLst>
            <pc:docMk/>
            <pc:sldMk cId="1931213692" sldId="499"/>
            <ac:spMk id="2" creationId="{BCED6D11-8D2E-DA4D-98A2-908011AD76C4}"/>
          </ac:spMkLst>
        </pc:spChg>
        <pc:spChg chg="mod">
          <ac:chgData name="Ciaran Breen (student)" userId="de5cef2a-82b2-4430-a7ee-38f6519ebaa2" providerId="ADAL" clId="{62A50035-BE6D-4A0B-8087-CD6E67209969}" dt="2026-03-22T11:15:48.394" v="1113" actId="790"/>
          <ac:spMkLst>
            <pc:docMk/>
            <pc:sldMk cId="1931213692" sldId="499"/>
            <ac:spMk id="3" creationId="{0707401A-E516-6BCD-7C6B-6561C5CAA497}"/>
          </ac:spMkLst>
        </pc:spChg>
        <pc:spChg chg="mod">
          <ac:chgData name="Ciaran Breen (student)" userId="de5cef2a-82b2-4430-a7ee-38f6519ebaa2" providerId="ADAL" clId="{62A50035-BE6D-4A0B-8087-CD6E67209969}" dt="2026-03-22T11:15:48.394" v="1113" actId="790"/>
          <ac:spMkLst>
            <pc:docMk/>
            <pc:sldMk cId="1931213692" sldId="499"/>
            <ac:spMk id="4" creationId="{0E9420A9-EF4F-F091-8306-E3C7FE48BEF8}"/>
          </ac:spMkLst>
        </pc:spChg>
        <pc:spChg chg="mod">
          <ac:chgData name="Ciaran Breen (student)" userId="de5cef2a-82b2-4430-a7ee-38f6519ebaa2" providerId="ADAL" clId="{62A50035-BE6D-4A0B-8087-CD6E67209969}" dt="2026-03-22T11:15:48.394" v="1113" actId="790"/>
          <ac:spMkLst>
            <pc:docMk/>
            <pc:sldMk cId="1931213692" sldId="499"/>
            <ac:spMk id="5" creationId="{00FB68BF-1927-218C-9B32-8AA2F96C443E}"/>
          </ac:spMkLst>
        </pc:spChg>
        <pc:spChg chg="mod">
          <ac:chgData name="Ciaran Breen (student)" userId="de5cef2a-82b2-4430-a7ee-38f6519ebaa2" providerId="ADAL" clId="{62A50035-BE6D-4A0B-8087-CD6E67209969}" dt="2026-03-22T11:15:48.394" v="1113" actId="790"/>
          <ac:spMkLst>
            <pc:docMk/>
            <pc:sldMk cId="1931213692" sldId="499"/>
            <ac:spMk id="7" creationId="{641813F3-316A-F6C4-E17E-E0CFAFCAA243}"/>
          </ac:spMkLst>
        </pc:spChg>
        <pc:spChg chg="mod">
          <ac:chgData name="Ciaran Breen (student)" userId="de5cef2a-82b2-4430-a7ee-38f6519ebaa2" providerId="ADAL" clId="{62A50035-BE6D-4A0B-8087-CD6E67209969}" dt="2026-03-22T11:15:48.394" v="1113" actId="790"/>
          <ac:spMkLst>
            <pc:docMk/>
            <pc:sldMk cId="1931213692" sldId="499"/>
            <ac:spMk id="8" creationId="{7F4AF96C-F411-E651-5B6B-15F0D111E03E}"/>
          </ac:spMkLst>
        </pc:spChg>
        <pc:spChg chg="mod">
          <ac:chgData name="Ciaran Breen (student)" userId="de5cef2a-82b2-4430-a7ee-38f6519ebaa2" providerId="ADAL" clId="{62A50035-BE6D-4A0B-8087-CD6E67209969}" dt="2026-03-22T11:15:48.394" v="1113" actId="790"/>
          <ac:spMkLst>
            <pc:docMk/>
            <pc:sldMk cId="1931213692" sldId="499"/>
            <ac:spMk id="11" creationId="{F0FCA233-1AEE-184E-8B5A-1390139C6237}"/>
          </ac:spMkLst>
        </pc:spChg>
        <pc:spChg chg="mod">
          <ac:chgData name="Ciaran Breen (student)" userId="de5cef2a-82b2-4430-a7ee-38f6519ebaa2" providerId="ADAL" clId="{62A50035-BE6D-4A0B-8087-CD6E67209969}" dt="2026-03-22T11:15:48.394" v="1113" actId="790"/>
          <ac:spMkLst>
            <pc:docMk/>
            <pc:sldMk cId="1931213692" sldId="499"/>
            <ac:spMk id="12" creationId="{92327E4C-6DA3-D947-08AB-217001FECCF3}"/>
          </ac:spMkLst>
        </pc:spChg>
        <pc:spChg chg="mod">
          <ac:chgData name="Ciaran Breen (student)" userId="de5cef2a-82b2-4430-a7ee-38f6519ebaa2" providerId="ADAL" clId="{62A50035-BE6D-4A0B-8087-CD6E67209969}" dt="2026-03-22T11:15:48.394" v="1113" actId="790"/>
          <ac:spMkLst>
            <pc:docMk/>
            <pc:sldMk cId="1931213692" sldId="499"/>
            <ac:spMk id="13" creationId="{5260F61E-AACE-F665-F25E-9968C3A3AF1C}"/>
          </ac:spMkLst>
        </pc:spChg>
        <pc:spChg chg="mod">
          <ac:chgData name="Ciaran Breen (student)" userId="de5cef2a-82b2-4430-a7ee-38f6519ebaa2" providerId="ADAL" clId="{62A50035-BE6D-4A0B-8087-CD6E67209969}" dt="2026-03-22T11:09:34.232" v="1000" actId="20577"/>
          <ac:spMkLst>
            <pc:docMk/>
            <pc:sldMk cId="1931213692" sldId="499"/>
            <ac:spMk id="15" creationId="{33D44E86-6924-D648-A5DC-EDF5769CBEA4}"/>
          </ac:spMkLst>
        </pc:spChg>
        <pc:spChg chg="mod">
          <ac:chgData name="Ciaran Breen (student)" userId="de5cef2a-82b2-4430-a7ee-38f6519ebaa2" providerId="ADAL" clId="{62A50035-BE6D-4A0B-8087-CD6E67209969}" dt="2026-03-22T11:15:48.394" v="1113" actId="790"/>
          <ac:spMkLst>
            <pc:docMk/>
            <pc:sldMk cId="1931213692" sldId="499"/>
            <ac:spMk id="18" creationId="{8FAD8614-3DE8-7132-9402-E187F9D2B7A3}"/>
          </ac:spMkLst>
        </pc:spChg>
      </pc:sldChg>
      <pc:sldChg chg="addSp delSp modSp add mod delAnim modAnim">
        <pc:chgData name="Ciaran Breen (student)" userId="de5cef2a-82b2-4430-a7ee-38f6519ebaa2" providerId="ADAL" clId="{62A50035-BE6D-4A0B-8087-CD6E67209969}" dt="2026-03-22T11:21:48.985" v="1167" actId="1076"/>
        <pc:sldMkLst>
          <pc:docMk/>
          <pc:sldMk cId="490836122" sldId="500"/>
        </pc:sldMkLst>
        <pc:spChg chg="mod">
          <ac:chgData name="Ciaran Breen (student)" userId="de5cef2a-82b2-4430-a7ee-38f6519ebaa2" providerId="ADAL" clId="{62A50035-BE6D-4A0B-8087-CD6E67209969}" dt="2026-03-22T11:21:09.058" v="1159" actId="14100"/>
          <ac:spMkLst>
            <pc:docMk/>
            <pc:sldMk cId="490836122" sldId="500"/>
            <ac:spMk id="2" creationId="{69D12706-08A8-15F2-DC56-EC124FDDA939}"/>
          </ac:spMkLst>
        </pc:spChg>
        <pc:spChg chg="add del mod">
          <ac:chgData name="Ciaran Breen (student)" userId="de5cef2a-82b2-4430-a7ee-38f6519ebaa2" providerId="ADAL" clId="{62A50035-BE6D-4A0B-8087-CD6E67209969}" dt="2026-03-22T11:06:27.639" v="782" actId="478"/>
          <ac:spMkLst>
            <pc:docMk/>
            <pc:sldMk cId="490836122" sldId="500"/>
            <ac:spMk id="3" creationId="{C2F4E78E-07D1-DBF4-6313-C3A37337BB2D}"/>
          </ac:spMkLst>
        </pc:spChg>
        <pc:spChg chg="add del mod">
          <ac:chgData name="Ciaran Breen (student)" userId="de5cef2a-82b2-4430-a7ee-38f6519ebaa2" providerId="ADAL" clId="{62A50035-BE6D-4A0B-8087-CD6E67209969}" dt="2026-03-22T11:06:27.639" v="782" actId="478"/>
          <ac:spMkLst>
            <pc:docMk/>
            <pc:sldMk cId="490836122" sldId="500"/>
            <ac:spMk id="4" creationId="{9295AE1A-C3AB-56CF-426F-7F182EADC67A}"/>
          </ac:spMkLst>
        </pc:spChg>
        <pc:spChg chg="mod">
          <ac:chgData name="Ciaran Breen (student)" userId="de5cef2a-82b2-4430-a7ee-38f6519ebaa2" providerId="ADAL" clId="{62A50035-BE6D-4A0B-8087-CD6E67209969}" dt="2026-03-22T11:21:35.625" v="1164" actId="14100"/>
          <ac:spMkLst>
            <pc:docMk/>
            <pc:sldMk cId="490836122" sldId="500"/>
            <ac:spMk id="6" creationId="{5BA75087-10C7-AFB7-83B3-7856D81C8C3F}"/>
          </ac:spMkLst>
        </pc:spChg>
        <pc:spChg chg="del">
          <ac:chgData name="Ciaran Breen (student)" userId="de5cef2a-82b2-4430-a7ee-38f6519ebaa2" providerId="ADAL" clId="{62A50035-BE6D-4A0B-8087-CD6E67209969}" dt="2026-03-22T11:06:32.002" v="783" actId="478"/>
          <ac:spMkLst>
            <pc:docMk/>
            <pc:sldMk cId="490836122" sldId="500"/>
            <ac:spMk id="7" creationId="{E759C943-C1D5-F697-66A0-C4FB0D431A04}"/>
          </ac:spMkLst>
        </pc:spChg>
        <pc:spChg chg="del">
          <ac:chgData name="Ciaran Breen (student)" userId="de5cef2a-82b2-4430-a7ee-38f6519ebaa2" providerId="ADAL" clId="{62A50035-BE6D-4A0B-8087-CD6E67209969}" dt="2026-03-22T11:06:32.002" v="783" actId="478"/>
          <ac:spMkLst>
            <pc:docMk/>
            <pc:sldMk cId="490836122" sldId="500"/>
            <ac:spMk id="8" creationId="{56EF8D5D-9887-EC98-31F7-49FCDC7E88A1}"/>
          </ac:spMkLst>
        </pc:spChg>
        <pc:spChg chg="del">
          <ac:chgData name="Ciaran Breen (student)" userId="de5cef2a-82b2-4430-a7ee-38f6519ebaa2" providerId="ADAL" clId="{62A50035-BE6D-4A0B-8087-CD6E67209969}" dt="2026-03-22T11:06:27.639" v="782" actId="478"/>
          <ac:spMkLst>
            <pc:docMk/>
            <pc:sldMk cId="490836122" sldId="500"/>
            <ac:spMk id="10" creationId="{0D5BE342-2D0E-FE56-7C0F-0FE8E07C7506}"/>
          </ac:spMkLst>
        </pc:spChg>
        <pc:spChg chg="del">
          <ac:chgData name="Ciaran Breen (student)" userId="de5cef2a-82b2-4430-a7ee-38f6519ebaa2" providerId="ADAL" clId="{62A50035-BE6D-4A0B-8087-CD6E67209969}" dt="2026-03-22T11:06:27.639" v="782" actId="478"/>
          <ac:spMkLst>
            <pc:docMk/>
            <pc:sldMk cId="490836122" sldId="500"/>
            <ac:spMk id="11" creationId="{6AA0817B-288E-CE9C-6637-1D49AF346645}"/>
          </ac:spMkLst>
        </pc:spChg>
        <pc:spChg chg="del">
          <ac:chgData name="Ciaran Breen (student)" userId="de5cef2a-82b2-4430-a7ee-38f6519ebaa2" providerId="ADAL" clId="{62A50035-BE6D-4A0B-8087-CD6E67209969}" dt="2026-03-22T11:06:27.639" v="782" actId="478"/>
          <ac:spMkLst>
            <pc:docMk/>
            <pc:sldMk cId="490836122" sldId="500"/>
            <ac:spMk id="12" creationId="{678D30A5-38C0-D649-8BF0-696F7E86FCBF}"/>
          </ac:spMkLst>
        </pc:spChg>
        <pc:picChg chg="del">
          <ac:chgData name="Ciaran Breen (student)" userId="de5cef2a-82b2-4430-a7ee-38f6519ebaa2" providerId="ADAL" clId="{62A50035-BE6D-4A0B-8087-CD6E67209969}" dt="2026-03-22T11:06:17.492" v="780" actId="478"/>
          <ac:picMkLst>
            <pc:docMk/>
            <pc:sldMk cId="490836122" sldId="500"/>
            <ac:picMk id="5" creationId="{A2B1192A-ABEB-68D5-449A-B597BAC26F47}"/>
          </ac:picMkLst>
        </pc:picChg>
        <pc:picChg chg="add mod">
          <ac:chgData name="Ciaran Breen (student)" userId="de5cef2a-82b2-4430-a7ee-38f6519ebaa2" providerId="ADAL" clId="{62A50035-BE6D-4A0B-8087-CD6E67209969}" dt="2026-03-22T11:21:28.204" v="1163" actId="1076"/>
          <ac:picMkLst>
            <pc:docMk/>
            <pc:sldMk cId="490836122" sldId="500"/>
            <ac:picMk id="13" creationId="{3F49B5D1-E92C-0659-093B-B353A21356FF}"/>
          </ac:picMkLst>
        </pc:picChg>
        <pc:picChg chg="add mod ord">
          <ac:chgData name="Ciaran Breen (student)" userId="de5cef2a-82b2-4430-a7ee-38f6519ebaa2" providerId="ADAL" clId="{62A50035-BE6D-4A0B-8087-CD6E67209969}" dt="2026-03-22T11:21:48.985" v="1167" actId="1076"/>
          <ac:picMkLst>
            <pc:docMk/>
            <pc:sldMk cId="490836122" sldId="500"/>
            <ac:picMk id="15" creationId="{18BBD876-F90A-5FA5-CA77-8084BA589379}"/>
          </ac:picMkLst>
        </pc:picChg>
      </pc:sldChg>
      <pc:sldChg chg="modSp add mod">
        <pc:chgData name="Ciaran Breen (student)" userId="de5cef2a-82b2-4430-a7ee-38f6519ebaa2" providerId="ADAL" clId="{62A50035-BE6D-4A0B-8087-CD6E67209969}" dt="2026-03-22T11:24:04.121" v="1180" actId="20577"/>
        <pc:sldMkLst>
          <pc:docMk/>
          <pc:sldMk cId="1348257964" sldId="501"/>
        </pc:sldMkLst>
        <pc:spChg chg="mod">
          <ac:chgData name="Ciaran Breen (student)" userId="de5cef2a-82b2-4430-a7ee-38f6519ebaa2" providerId="ADAL" clId="{62A50035-BE6D-4A0B-8087-CD6E67209969}" dt="2026-03-22T11:24:04.121" v="1180" actId="20577"/>
          <ac:spMkLst>
            <pc:docMk/>
            <pc:sldMk cId="1348257964" sldId="501"/>
            <ac:spMk id="2" creationId="{4A5BF3FE-33CC-9B6C-3139-7364DDAAF3A6}"/>
          </ac:spMkLst>
        </pc:spChg>
      </pc:sldChg>
    </pc:docChg>
  </pc:docChgLst>
  <pc:docChgLst>
    <pc:chgData name="Chengjie Hao (student)" userId="S::3174168h@student.gla.ac.uk::48ee7e16-135e-46dd-86c5-b8e72283fb91" providerId="AD" clId="Web-{1ECEF315-202D-A638-23AE-953421CDE409}"/>
    <pc:docChg chg="addSld delSld modSld">
      <pc:chgData name="Chengjie Hao (student)" userId="S::3174168h@student.gla.ac.uk::48ee7e16-135e-46dd-86c5-b8e72283fb91" providerId="AD" clId="Web-{1ECEF315-202D-A638-23AE-953421CDE409}" dt="2026-03-23T05:25:27.049" v="295" actId="1076"/>
      <pc:docMkLst>
        <pc:docMk/>
      </pc:docMkLst>
      <pc:sldChg chg="modSp">
        <pc:chgData name="Chengjie Hao (student)" userId="S::3174168h@student.gla.ac.uk::48ee7e16-135e-46dd-86c5-b8e72283fb91" providerId="AD" clId="Web-{1ECEF315-202D-A638-23AE-953421CDE409}" dt="2026-03-23T05:24:30.149" v="259" actId="20577"/>
        <pc:sldMkLst>
          <pc:docMk/>
          <pc:sldMk cId="3039843517" sldId="480"/>
        </pc:sldMkLst>
        <pc:spChg chg="mod">
          <ac:chgData name="Chengjie Hao (student)" userId="S::3174168h@student.gla.ac.uk::48ee7e16-135e-46dd-86c5-b8e72283fb91" providerId="AD" clId="Web-{1ECEF315-202D-A638-23AE-953421CDE409}" dt="2026-03-23T05:24:30.149" v="259" actId="20577"/>
          <ac:spMkLst>
            <pc:docMk/>
            <pc:sldMk cId="3039843517" sldId="480"/>
            <ac:spMk id="6" creationId="{5FEA1454-F47E-04D1-19FC-B80E27CAF67A}"/>
          </ac:spMkLst>
        </pc:spChg>
      </pc:sldChg>
      <pc:sldChg chg="modSp">
        <pc:chgData name="Chengjie Hao (student)" userId="S::3174168h@student.gla.ac.uk::48ee7e16-135e-46dd-86c5-b8e72283fb91" providerId="AD" clId="Web-{1ECEF315-202D-A638-23AE-953421CDE409}" dt="2026-03-23T05:24:49.150" v="263" actId="20577"/>
        <pc:sldMkLst>
          <pc:docMk/>
          <pc:sldMk cId="410243343" sldId="508"/>
        </pc:sldMkLst>
        <pc:spChg chg="mod">
          <ac:chgData name="Chengjie Hao (student)" userId="S::3174168h@student.gla.ac.uk::48ee7e16-135e-46dd-86c5-b8e72283fb91" providerId="AD" clId="Web-{1ECEF315-202D-A638-23AE-953421CDE409}" dt="2026-03-23T05:24:49.150" v="263" actId="20577"/>
          <ac:spMkLst>
            <pc:docMk/>
            <pc:sldMk cId="410243343" sldId="508"/>
            <ac:spMk id="22" creationId="{4D86E470-930F-AB59-F600-BE89A3435B65}"/>
          </ac:spMkLst>
        </pc:spChg>
      </pc:sldChg>
      <pc:sldChg chg="addSp delSp modSp">
        <pc:chgData name="Chengjie Hao (student)" userId="S::3174168h@student.gla.ac.uk::48ee7e16-135e-46dd-86c5-b8e72283fb91" providerId="AD" clId="Web-{1ECEF315-202D-A638-23AE-953421CDE409}" dt="2026-03-23T05:25:27.049" v="295" actId="1076"/>
        <pc:sldMkLst>
          <pc:docMk/>
          <pc:sldMk cId="1982197186" sldId="509"/>
        </pc:sldMkLst>
        <pc:spChg chg="mod">
          <ac:chgData name="Chengjie Hao (student)" userId="S::3174168h@student.gla.ac.uk::48ee7e16-135e-46dd-86c5-b8e72283fb91" providerId="AD" clId="Web-{1ECEF315-202D-A638-23AE-953421CDE409}" dt="2026-03-23T05:25:17.172" v="291" actId="1076"/>
          <ac:spMkLst>
            <pc:docMk/>
            <pc:sldMk cId="1982197186" sldId="509"/>
            <ac:spMk id="3" creationId="{689922BD-DCAF-1355-A329-5160D3F8D080}"/>
          </ac:spMkLst>
        </pc:spChg>
        <pc:spChg chg="mod">
          <ac:chgData name="Chengjie Hao (student)" userId="S::3174168h@student.gla.ac.uk::48ee7e16-135e-46dd-86c5-b8e72283fb91" providerId="AD" clId="Web-{1ECEF315-202D-A638-23AE-953421CDE409}" dt="2026-03-23T05:25:17.187" v="292" actId="1076"/>
          <ac:spMkLst>
            <pc:docMk/>
            <pc:sldMk cId="1982197186" sldId="509"/>
            <ac:spMk id="5" creationId="{6B810646-4837-1150-19E2-8DF036D357C0}"/>
          </ac:spMkLst>
        </pc:spChg>
        <pc:spChg chg="del">
          <ac:chgData name="Chengjie Hao (student)" userId="S::3174168h@student.gla.ac.uk::48ee7e16-135e-46dd-86c5-b8e72283fb91" providerId="AD" clId="Web-{1ECEF315-202D-A638-23AE-953421CDE409}" dt="2026-03-23T05:06:50.757" v="1"/>
          <ac:spMkLst>
            <pc:docMk/>
            <pc:sldMk cId="1982197186" sldId="509"/>
            <ac:spMk id="12" creationId="{8C9C5A3E-36BF-AE84-47D8-7B83BB010ED5}"/>
          </ac:spMkLst>
        </pc:spChg>
        <pc:graphicFrameChg chg="add mod modGraphic">
          <ac:chgData name="Chengjie Hao (student)" userId="S::3174168h@student.gla.ac.uk::48ee7e16-135e-46dd-86c5-b8e72283fb91" providerId="AD" clId="Web-{1ECEF315-202D-A638-23AE-953421CDE409}" dt="2026-03-23T05:25:27.049" v="295" actId="1076"/>
          <ac:graphicFrameMkLst>
            <pc:docMk/>
            <pc:sldMk cId="1982197186" sldId="509"/>
            <ac:graphicFrameMk id="4" creationId="{8A05CB18-53B9-8EBA-A7F2-8FAAE4791896}"/>
          </ac:graphicFrameMkLst>
        </pc:graphicFrameChg>
        <pc:graphicFrameChg chg="add del mod">
          <ac:chgData name="Chengjie Hao (student)" userId="S::3174168h@student.gla.ac.uk::48ee7e16-135e-46dd-86c5-b8e72283fb91" providerId="AD" clId="Web-{1ECEF315-202D-A638-23AE-953421CDE409}" dt="2026-03-23T05:10:31.712" v="29"/>
          <ac:graphicFrameMkLst>
            <pc:docMk/>
            <pc:sldMk cId="1982197186" sldId="509"/>
            <ac:graphicFrameMk id="7" creationId="{A954644C-09D7-5B59-3B31-74386C892383}"/>
          </ac:graphicFrameMkLst>
        </pc:graphicFrameChg>
        <pc:picChg chg="mod">
          <ac:chgData name="Chengjie Hao (student)" userId="S::3174168h@student.gla.ac.uk::48ee7e16-135e-46dd-86c5-b8e72283fb91" providerId="AD" clId="Web-{1ECEF315-202D-A638-23AE-953421CDE409}" dt="2026-03-23T05:25:17.125" v="289" actId="1076"/>
          <ac:picMkLst>
            <pc:docMk/>
            <pc:sldMk cId="1982197186" sldId="509"/>
            <ac:picMk id="8" creationId="{2BA8373E-8537-18F8-74DA-81FF9BAE3EF4}"/>
          </ac:picMkLst>
        </pc:picChg>
        <pc:picChg chg="mod">
          <ac:chgData name="Chengjie Hao (student)" userId="S::3174168h@student.gla.ac.uk::48ee7e16-135e-46dd-86c5-b8e72283fb91" providerId="AD" clId="Web-{1ECEF315-202D-A638-23AE-953421CDE409}" dt="2026-03-23T05:25:17.156" v="290" actId="1076"/>
          <ac:picMkLst>
            <pc:docMk/>
            <pc:sldMk cId="1982197186" sldId="509"/>
            <ac:picMk id="10" creationId="{67910631-C629-741B-07AE-B73102CF5BF5}"/>
          </ac:picMkLst>
        </pc:picChg>
        <pc:picChg chg="mod">
          <ac:chgData name="Chengjie Hao (student)" userId="S::3174168h@student.gla.ac.uk::48ee7e16-135e-46dd-86c5-b8e72283fb91" providerId="AD" clId="Web-{1ECEF315-202D-A638-23AE-953421CDE409}" dt="2026-03-23T05:06:55.398" v="4" actId="1076"/>
          <ac:picMkLst>
            <pc:docMk/>
            <pc:sldMk cId="1982197186" sldId="509"/>
            <ac:picMk id="14" creationId="{96A06231-5BEF-41B9-17DC-64169C8CD2C6}"/>
          </ac:picMkLst>
        </pc:picChg>
        <pc:picChg chg="mod">
          <ac:chgData name="Chengjie Hao (student)" userId="S::3174168h@student.gla.ac.uk::48ee7e16-135e-46dd-86c5-b8e72283fb91" providerId="AD" clId="Web-{1ECEF315-202D-A638-23AE-953421CDE409}" dt="2026-03-23T05:06:55.414" v="5" actId="1076"/>
          <ac:picMkLst>
            <pc:docMk/>
            <pc:sldMk cId="1982197186" sldId="509"/>
            <ac:picMk id="16" creationId="{C1D4A48F-57EE-230B-7BC0-206F66B353A1}"/>
          </ac:picMkLst>
        </pc:picChg>
      </pc:sldChg>
      <pc:sldChg chg="add del replId">
        <pc:chgData name="Chengjie Hao (student)" userId="S::3174168h@student.gla.ac.uk::48ee7e16-135e-46dd-86c5-b8e72283fb91" providerId="AD" clId="Web-{1ECEF315-202D-A638-23AE-953421CDE409}" dt="2026-03-23T05:20:28.169" v="229"/>
        <pc:sldMkLst>
          <pc:docMk/>
          <pc:sldMk cId="3094520129" sldId="510"/>
        </pc:sldMkLst>
      </pc:sldChg>
    </pc:docChg>
  </pc:docChgLst>
  <pc:docChgLst>
    <pc:chgData name="Chengjie Hao (student)" userId="S::3174168h@student.gla.ac.uk::48ee7e16-135e-46dd-86c5-b8e72283fb91" providerId="AD" clId="Web-{CFDE18CE-F116-1F98-7D9F-42B4869616D1}"/>
    <pc:docChg chg="addSld delSld modSld sldOrd">
      <pc:chgData name="Chengjie Hao (student)" userId="S::3174168h@student.gla.ac.uk::48ee7e16-135e-46dd-86c5-b8e72283fb91" providerId="AD" clId="Web-{CFDE18CE-F116-1F98-7D9F-42B4869616D1}" dt="2026-03-23T04:01:29.052" v="440" actId="1076"/>
      <pc:docMkLst>
        <pc:docMk/>
      </pc:docMkLst>
      <pc:sldChg chg="addSp delSp modSp add addAnim">
        <pc:chgData name="Chengjie Hao (student)" userId="S::3174168h@student.gla.ac.uk::48ee7e16-135e-46dd-86c5-b8e72283fb91" providerId="AD" clId="Web-{CFDE18CE-F116-1F98-7D9F-42B4869616D1}" dt="2026-03-23T04:01:29.052" v="440" actId="1076"/>
        <pc:sldMkLst>
          <pc:docMk/>
          <pc:sldMk cId="3039843517" sldId="480"/>
        </pc:sldMkLst>
        <pc:spChg chg="mod">
          <ac:chgData name="Chengjie Hao (student)" userId="S::3174168h@student.gla.ac.uk::48ee7e16-135e-46dd-86c5-b8e72283fb91" providerId="AD" clId="Web-{CFDE18CE-F116-1F98-7D9F-42B4869616D1}" dt="2026-03-23T02:56:55.540" v="109" actId="20577"/>
          <ac:spMkLst>
            <pc:docMk/>
            <pc:sldMk cId="3039843517" sldId="480"/>
            <ac:spMk id="2" creationId="{3EBA5424-B679-554A-935B-2CF2EFD17240}"/>
          </ac:spMkLst>
        </pc:spChg>
        <pc:spChg chg="add mod">
          <ac:chgData name="Chengjie Hao (student)" userId="S::3174168h@student.gla.ac.uk::48ee7e16-135e-46dd-86c5-b8e72283fb91" providerId="AD" clId="Web-{CFDE18CE-F116-1F98-7D9F-42B4869616D1}" dt="2026-03-23T04:01:29.052" v="440" actId="1076"/>
          <ac:spMkLst>
            <pc:docMk/>
            <pc:sldMk cId="3039843517" sldId="480"/>
            <ac:spMk id="6" creationId="{5FEA1454-F47E-04D1-19FC-B80E27CAF67A}"/>
          </ac:spMkLst>
        </pc:spChg>
        <pc:spChg chg="del">
          <ac:chgData name="Chengjie Hao (student)" userId="S::3174168h@student.gla.ac.uk::48ee7e16-135e-46dd-86c5-b8e72283fb91" providerId="AD" clId="Web-{CFDE18CE-F116-1F98-7D9F-42B4869616D1}" dt="2026-03-23T02:42:32.610" v="8"/>
          <ac:spMkLst>
            <pc:docMk/>
            <pc:sldMk cId="3039843517" sldId="480"/>
            <ac:spMk id="9" creationId="{F4F71CFB-71CF-F3A3-8ACE-2E27ED5C5049}"/>
          </ac:spMkLst>
        </pc:spChg>
        <pc:spChg chg="del mod">
          <ac:chgData name="Chengjie Hao (student)" userId="S::3174168h@student.gla.ac.uk::48ee7e16-135e-46dd-86c5-b8e72283fb91" providerId="AD" clId="Web-{CFDE18CE-F116-1F98-7D9F-42B4869616D1}" dt="2026-03-23T02:49:52.912" v="75"/>
          <ac:spMkLst>
            <pc:docMk/>
            <pc:sldMk cId="3039843517" sldId="480"/>
            <ac:spMk id="13" creationId="{070077A9-A139-C580-05C1-CD7246E7E998}"/>
          </ac:spMkLst>
        </pc:spChg>
        <pc:spChg chg="del">
          <ac:chgData name="Chengjie Hao (student)" userId="S::3174168h@student.gla.ac.uk::48ee7e16-135e-46dd-86c5-b8e72283fb91" providerId="AD" clId="Web-{CFDE18CE-F116-1F98-7D9F-42B4869616D1}" dt="2026-03-23T02:42:32.610" v="7"/>
          <ac:spMkLst>
            <pc:docMk/>
            <pc:sldMk cId="3039843517" sldId="480"/>
            <ac:spMk id="14" creationId="{271B85CB-8872-E92C-BD27-6E02F20ABE9B}"/>
          </ac:spMkLst>
        </pc:spChg>
        <pc:spChg chg="del mod">
          <ac:chgData name="Chengjie Hao (student)" userId="S::3174168h@student.gla.ac.uk::48ee7e16-135e-46dd-86c5-b8e72283fb91" providerId="AD" clId="Web-{CFDE18CE-F116-1F98-7D9F-42B4869616D1}" dt="2026-03-23T02:49:54.272" v="84"/>
          <ac:spMkLst>
            <pc:docMk/>
            <pc:sldMk cId="3039843517" sldId="480"/>
            <ac:spMk id="22" creationId="{19895AC4-F121-3243-EA17-45E70CADB8D1}"/>
          </ac:spMkLst>
        </pc:spChg>
        <pc:spChg chg="del mod">
          <ac:chgData name="Chengjie Hao (student)" userId="S::3174168h@student.gla.ac.uk::48ee7e16-135e-46dd-86c5-b8e72283fb91" providerId="AD" clId="Web-{CFDE18CE-F116-1F98-7D9F-42B4869616D1}" dt="2026-03-23T02:49:54.272" v="83"/>
          <ac:spMkLst>
            <pc:docMk/>
            <pc:sldMk cId="3039843517" sldId="480"/>
            <ac:spMk id="23" creationId="{30FB7A18-552C-7EF6-E919-189F14F009B5}"/>
          </ac:spMkLst>
        </pc:spChg>
        <pc:spChg chg="del mod">
          <ac:chgData name="Chengjie Hao (student)" userId="S::3174168h@student.gla.ac.uk::48ee7e16-135e-46dd-86c5-b8e72283fb91" providerId="AD" clId="Web-{CFDE18CE-F116-1F98-7D9F-42B4869616D1}" dt="2026-03-23T02:49:54.272" v="82"/>
          <ac:spMkLst>
            <pc:docMk/>
            <pc:sldMk cId="3039843517" sldId="480"/>
            <ac:spMk id="24" creationId="{410A0016-5748-2FED-0F57-43D96682DEC2}"/>
          </ac:spMkLst>
        </pc:spChg>
        <pc:spChg chg="del mod">
          <ac:chgData name="Chengjie Hao (student)" userId="S::3174168h@student.gla.ac.uk::48ee7e16-135e-46dd-86c5-b8e72283fb91" providerId="AD" clId="Web-{CFDE18CE-F116-1F98-7D9F-42B4869616D1}" dt="2026-03-23T02:49:54.272" v="81"/>
          <ac:spMkLst>
            <pc:docMk/>
            <pc:sldMk cId="3039843517" sldId="480"/>
            <ac:spMk id="25" creationId="{A567B599-1AA3-D60E-C88F-DF46F6D7DF00}"/>
          </ac:spMkLst>
        </pc:spChg>
        <pc:spChg chg="del mod">
          <ac:chgData name="Chengjie Hao (student)" userId="S::3174168h@student.gla.ac.uk::48ee7e16-135e-46dd-86c5-b8e72283fb91" providerId="AD" clId="Web-{CFDE18CE-F116-1F98-7D9F-42B4869616D1}" dt="2026-03-23T02:49:54.272" v="80"/>
          <ac:spMkLst>
            <pc:docMk/>
            <pc:sldMk cId="3039843517" sldId="480"/>
            <ac:spMk id="26" creationId="{1CB491B8-3A47-388A-FBEB-84E9ED3F9E9A}"/>
          </ac:spMkLst>
        </pc:spChg>
        <pc:spChg chg="del mod">
          <ac:chgData name="Chengjie Hao (student)" userId="S::3174168h@student.gla.ac.uk::48ee7e16-135e-46dd-86c5-b8e72283fb91" providerId="AD" clId="Web-{CFDE18CE-F116-1F98-7D9F-42B4869616D1}" dt="2026-03-23T02:49:54.272" v="79"/>
          <ac:spMkLst>
            <pc:docMk/>
            <pc:sldMk cId="3039843517" sldId="480"/>
            <ac:spMk id="27" creationId="{1324C463-82BA-CC1D-3DF1-F8D9591697E3}"/>
          </ac:spMkLst>
        </pc:spChg>
        <pc:spChg chg="del mod">
          <ac:chgData name="Chengjie Hao (student)" userId="S::3174168h@student.gla.ac.uk::48ee7e16-135e-46dd-86c5-b8e72283fb91" providerId="AD" clId="Web-{CFDE18CE-F116-1F98-7D9F-42B4869616D1}" dt="2026-03-23T02:49:54.272" v="78"/>
          <ac:spMkLst>
            <pc:docMk/>
            <pc:sldMk cId="3039843517" sldId="480"/>
            <ac:spMk id="28" creationId="{233DEADA-710E-4486-8FC3-C73A2FBAA996}"/>
          </ac:spMkLst>
        </pc:spChg>
        <pc:spChg chg="del mod">
          <ac:chgData name="Chengjie Hao (student)" userId="S::3174168h@student.gla.ac.uk::48ee7e16-135e-46dd-86c5-b8e72283fb91" providerId="AD" clId="Web-{CFDE18CE-F116-1F98-7D9F-42B4869616D1}" dt="2026-03-23T02:49:54.272" v="77"/>
          <ac:spMkLst>
            <pc:docMk/>
            <pc:sldMk cId="3039843517" sldId="480"/>
            <ac:spMk id="29" creationId="{63E0A7E9-D544-7125-0725-5EE51F66A7DB}"/>
          </ac:spMkLst>
        </pc:spChg>
        <pc:spChg chg="del mod">
          <ac:chgData name="Chengjie Hao (student)" userId="S::3174168h@student.gla.ac.uk::48ee7e16-135e-46dd-86c5-b8e72283fb91" providerId="AD" clId="Web-{CFDE18CE-F116-1F98-7D9F-42B4869616D1}" dt="2026-03-23T02:49:54.272" v="76"/>
          <ac:spMkLst>
            <pc:docMk/>
            <pc:sldMk cId="3039843517" sldId="480"/>
            <ac:spMk id="30" creationId="{7DE5D94A-061D-88F7-C352-E65277180DA8}"/>
          </ac:spMkLst>
        </pc:spChg>
        <pc:picChg chg="add mod">
          <ac:chgData name="Chengjie Hao (student)" userId="S::3174168h@student.gla.ac.uk::48ee7e16-135e-46dd-86c5-b8e72283fb91" providerId="AD" clId="Web-{CFDE18CE-F116-1F98-7D9F-42B4869616D1}" dt="2026-03-23T03:02:32.832" v="138" actId="1076"/>
          <ac:picMkLst>
            <pc:docMk/>
            <pc:sldMk cId="3039843517" sldId="480"/>
            <ac:picMk id="4" creationId="{8AB51D6C-B315-B02D-DEF5-500B2152B381}"/>
          </ac:picMkLst>
        </pc:picChg>
        <pc:picChg chg="add del mod ord">
          <ac:chgData name="Chengjie Hao (student)" userId="S::3174168h@student.gla.ac.uk::48ee7e16-135e-46dd-86c5-b8e72283fb91" providerId="AD" clId="Web-{CFDE18CE-F116-1F98-7D9F-42B4869616D1}" dt="2026-03-23T03:41:11.197" v="196"/>
          <ac:picMkLst>
            <pc:docMk/>
            <pc:sldMk cId="3039843517" sldId="480"/>
            <ac:picMk id="5" creationId="{A3D82A14-09BD-D680-447E-DDFBA3966CCD}"/>
          </ac:picMkLst>
        </pc:picChg>
        <pc:picChg chg="add mod">
          <ac:chgData name="Chengjie Hao (student)" userId="S::3174168h@student.gla.ac.uk::48ee7e16-135e-46dd-86c5-b8e72283fb91" providerId="AD" clId="Web-{CFDE18CE-F116-1F98-7D9F-42B4869616D1}" dt="2026-03-23T03:41:39.573" v="202" actId="1076"/>
          <ac:picMkLst>
            <pc:docMk/>
            <pc:sldMk cId="3039843517" sldId="480"/>
            <ac:picMk id="7" creationId="{CC549D80-5488-56CA-B3CD-880F6BD04D31}"/>
          </ac:picMkLst>
        </pc:picChg>
      </pc:sldChg>
      <pc:sldChg chg="del">
        <pc:chgData name="Chengjie Hao (student)" userId="S::3174168h@student.gla.ac.uk::48ee7e16-135e-46dd-86c5-b8e72283fb91" providerId="AD" clId="Web-{CFDE18CE-F116-1F98-7D9F-42B4869616D1}" dt="2026-03-23T02:37:57.547" v="4"/>
        <pc:sldMkLst>
          <pc:docMk/>
          <pc:sldMk cId="1035235603" sldId="481"/>
        </pc:sldMkLst>
      </pc:sldChg>
      <pc:sldChg chg="add del ord">
        <pc:chgData name="Chengjie Hao (student)" userId="S::3174168h@student.gla.ac.uk::48ee7e16-135e-46dd-86c5-b8e72283fb91" providerId="AD" clId="Web-{CFDE18CE-F116-1F98-7D9F-42B4869616D1}" dt="2026-03-23T04:01:22.708" v="439"/>
        <pc:sldMkLst>
          <pc:docMk/>
          <pc:sldMk cId="2468202351" sldId="494"/>
        </pc:sldMkLst>
      </pc:sldChg>
      <pc:sldChg chg="add del replId">
        <pc:chgData name="Chengjie Hao (student)" userId="S::3174168h@student.gla.ac.uk::48ee7e16-135e-46dd-86c5-b8e72283fb91" providerId="AD" clId="Web-{CFDE18CE-F116-1F98-7D9F-42B4869616D1}" dt="2026-03-23T02:37:58.875" v="5"/>
        <pc:sldMkLst>
          <pc:docMk/>
          <pc:sldMk cId="2302743396" sldId="507"/>
        </pc:sldMkLst>
      </pc:sldChg>
      <pc:sldChg chg="addSp delSp modSp add del replId">
        <pc:chgData name="Chengjie Hao (student)" userId="S::3174168h@student.gla.ac.uk::48ee7e16-135e-46dd-86c5-b8e72283fb91" providerId="AD" clId="Web-{CFDE18CE-F116-1F98-7D9F-42B4869616D1}" dt="2026-03-23T02:47:20.016" v="62"/>
        <pc:sldMkLst>
          <pc:docMk/>
          <pc:sldMk cId="3068231502" sldId="507"/>
        </pc:sldMkLst>
        <pc:spChg chg="add del">
          <ac:chgData name="Chengjie Hao (student)" userId="S::3174168h@student.gla.ac.uk::48ee7e16-135e-46dd-86c5-b8e72283fb91" providerId="AD" clId="Web-{CFDE18CE-F116-1F98-7D9F-42B4869616D1}" dt="2026-03-23T02:45:53.980" v="41"/>
          <ac:spMkLst>
            <pc:docMk/>
            <pc:sldMk cId="3068231502" sldId="507"/>
            <ac:spMk id="2" creationId="{2A1F2B7F-0FD2-4DAD-2C19-C3D38C9B46F0}"/>
          </ac:spMkLst>
        </pc:spChg>
        <pc:spChg chg="add del mod">
          <ac:chgData name="Chengjie Hao (student)" userId="S::3174168h@student.gla.ac.uk::48ee7e16-135e-46dd-86c5-b8e72283fb91" providerId="AD" clId="Web-{CFDE18CE-F116-1F98-7D9F-42B4869616D1}" dt="2026-03-23T02:45:53.980" v="41"/>
          <ac:spMkLst>
            <pc:docMk/>
            <pc:sldMk cId="3068231502" sldId="507"/>
            <ac:spMk id="6" creationId="{8C9199D6-3F85-A7D1-5DEA-31E0300CF434}"/>
          </ac:spMkLst>
        </pc:spChg>
        <pc:picChg chg="add del">
          <ac:chgData name="Chengjie Hao (student)" userId="S::3174168h@student.gla.ac.uk::48ee7e16-135e-46dd-86c5-b8e72283fb91" providerId="AD" clId="Web-{CFDE18CE-F116-1F98-7D9F-42B4869616D1}" dt="2026-03-23T02:45:58.996" v="45"/>
          <ac:picMkLst>
            <pc:docMk/>
            <pc:sldMk cId="3068231502" sldId="507"/>
            <ac:picMk id="4" creationId="{6A9B21CA-2458-1FD9-1FAC-C75DD593F43E}"/>
          </ac:picMkLst>
        </pc:picChg>
        <pc:picChg chg="add del">
          <ac:chgData name="Chengjie Hao (student)" userId="S::3174168h@student.gla.ac.uk::48ee7e16-135e-46dd-86c5-b8e72283fb91" providerId="AD" clId="Web-{CFDE18CE-F116-1F98-7D9F-42B4869616D1}" dt="2026-03-23T02:45:59.574" v="46"/>
          <ac:picMkLst>
            <pc:docMk/>
            <pc:sldMk cId="3068231502" sldId="507"/>
            <ac:picMk id="5" creationId="{440BEAF8-CF33-502F-39C2-3949DE172C31}"/>
          </ac:picMkLst>
        </pc:picChg>
      </pc:sldChg>
      <pc:sldChg chg="addSp delSp modSp add ord replId addAnim delAnim modAnim">
        <pc:chgData name="Chengjie Hao (student)" userId="S::3174168h@student.gla.ac.uk::48ee7e16-135e-46dd-86c5-b8e72283fb91" providerId="AD" clId="Web-{CFDE18CE-F116-1F98-7D9F-42B4869616D1}" dt="2026-03-23T04:00:57.864" v="438"/>
        <pc:sldMkLst>
          <pc:docMk/>
          <pc:sldMk cId="410243343" sldId="508"/>
        </pc:sldMkLst>
        <pc:spChg chg="mod">
          <ac:chgData name="Chengjie Hao (student)" userId="S::3174168h@student.gla.ac.uk::48ee7e16-135e-46dd-86c5-b8e72283fb91" providerId="AD" clId="Web-{CFDE18CE-F116-1F98-7D9F-42B4869616D1}" dt="2026-03-23T03:20:05.012" v="162" actId="20577"/>
          <ac:spMkLst>
            <pc:docMk/>
            <pc:sldMk cId="410243343" sldId="508"/>
            <ac:spMk id="2" creationId="{9D0682F7-3326-B476-0C4A-44DE57110323}"/>
          </ac:spMkLst>
        </pc:spChg>
        <pc:spChg chg="add del mod">
          <ac:chgData name="Chengjie Hao (student)" userId="S::3174168h@student.gla.ac.uk::48ee7e16-135e-46dd-86c5-b8e72283fb91" providerId="AD" clId="Web-{CFDE18CE-F116-1F98-7D9F-42B4869616D1}" dt="2026-03-23T03:48:40.420" v="256"/>
          <ac:spMkLst>
            <pc:docMk/>
            <pc:sldMk cId="410243343" sldId="508"/>
            <ac:spMk id="7" creationId="{E6D32EF3-D837-4B95-50EC-AFDCA60A3333}"/>
          </ac:spMkLst>
        </pc:spChg>
        <pc:spChg chg="add mod">
          <ac:chgData name="Chengjie Hao (student)" userId="S::3174168h@student.gla.ac.uk::48ee7e16-135e-46dd-86c5-b8e72283fb91" providerId="AD" clId="Web-{CFDE18CE-F116-1F98-7D9F-42B4869616D1}" dt="2026-03-23T03:57:13.112" v="400" actId="1076"/>
          <ac:spMkLst>
            <pc:docMk/>
            <pc:sldMk cId="410243343" sldId="508"/>
            <ac:spMk id="9" creationId="{43AF2A6E-0391-FD11-6DBD-3A25BB7B6707}"/>
          </ac:spMkLst>
        </pc:spChg>
        <pc:spChg chg="add mod">
          <ac:chgData name="Chengjie Hao (student)" userId="S::3174168h@student.gla.ac.uk::48ee7e16-135e-46dd-86c5-b8e72283fb91" providerId="AD" clId="Web-{CFDE18CE-F116-1F98-7D9F-42B4869616D1}" dt="2026-03-23T03:58:12.050" v="411" actId="20577"/>
          <ac:spMkLst>
            <pc:docMk/>
            <pc:sldMk cId="410243343" sldId="508"/>
            <ac:spMk id="11" creationId="{BA4876B2-6CD8-D46E-7E0A-6BA7E03E13D6}"/>
          </ac:spMkLst>
        </pc:spChg>
        <pc:spChg chg="add del">
          <ac:chgData name="Chengjie Hao (student)" userId="S::3174168h@student.gla.ac.uk::48ee7e16-135e-46dd-86c5-b8e72283fb91" providerId="AD" clId="Web-{CFDE18CE-F116-1F98-7D9F-42B4869616D1}" dt="2026-03-23T03:55:37.346" v="375"/>
          <ac:spMkLst>
            <pc:docMk/>
            <pc:sldMk cId="410243343" sldId="508"/>
            <ac:spMk id="12" creationId="{759379E8-1ECA-280B-5882-7ABDD3F73AA9}"/>
          </ac:spMkLst>
        </pc:spChg>
        <pc:spChg chg="mod">
          <ac:chgData name="Chengjie Hao (student)" userId="S::3174168h@student.gla.ac.uk::48ee7e16-135e-46dd-86c5-b8e72283fb91" providerId="AD" clId="Web-{CFDE18CE-F116-1F98-7D9F-42B4869616D1}" dt="2026-03-23T03:58:29.441" v="422" actId="1076"/>
          <ac:spMkLst>
            <pc:docMk/>
            <pc:sldMk cId="410243343" sldId="508"/>
            <ac:spMk id="13" creationId="{60F64860-2169-35CE-AE18-42520B65EAF1}"/>
          </ac:spMkLst>
        </pc:spChg>
        <pc:spChg chg="add del mod">
          <ac:chgData name="Chengjie Hao (student)" userId="S::3174168h@student.gla.ac.uk::48ee7e16-135e-46dd-86c5-b8e72283fb91" providerId="AD" clId="Web-{CFDE18CE-F116-1F98-7D9F-42B4869616D1}" dt="2026-03-23T03:55:34.642" v="374"/>
          <ac:spMkLst>
            <pc:docMk/>
            <pc:sldMk cId="410243343" sldId="508"/>
            <ac:spMk id="14" creationId="{F2A170C2-98ED-35C6-4A39-CCF89DFD069E}"/>
          </ac:spMkLst>
        </pc:spChg>
        <pc:spChg chg="add mod">
          <ac:chgData name="Chengjie Hao (student)" userId="S::3174168h@student.gla.ac.uk::48ee7e16-135e-46dd-86c5-b8e72283fb91" providerId="AD" clId="Web-{CFDE18CE-F116-1F98-7D9F-42B4869616D1}" dt="2026-03-23T03:57:43.066" v="407" actId="1076"/>
          <ac:spMkLst>
            <pc:docMk/>
            <pc:sldMk cId="410243343" sldId="508"/>
            <ac:spMk id="15" creationId="{F4D4AD97-3159-A342-4EAA-8613C4A1A636}"/>
          </ac:spMkLst>
        </pc:spChg>
        <pc:spChg chg="add mod">
          <ac:chgData name="Chengjie Hao (student)" userId="S::3174168h@student.gla.ac.uk::48ee7e16-135e-46dd-86c5-b8e72283fb91" providerId="AD" clId="Web-{CFDE18CE-F116-1F98-7D9F-42B4869616D1}" dt="2026-03-23T03:59:19.535" v="432" actId="20577"/>
          <ac:spMkLst>
            <pc:docMk/>
            <pc:sldMk cId="410243343" sldId="508"/>
            <ac:spMk id="16" creationId="{4C5EECD1-3384-F2D3-B19C-E59DB6AB9699}"/>
          </ac:spMkLst>
        </pc:spChg>
        <pc:spChg chg="mod">
          <ac:chgData name="Chengjie Hao (student)" userId="S::3174168h@student.gla.ac.uk::48ee7e16-135e-46dd-86c5-b8e72283fb91" providerId="AD" clId="Web-{CFDE18CE-F116-1F98-7D9F-42B4869616D1}" dt="2026-03-23T03:58:33.175" v="423" actId="1076"/>
          <ac:spMkLst>
            <pc:docMk/>
            <pc:sldMk cId="410243343" sldId="508"/>
            <ac:spMk id="22" creationId="{4D86E470-930F-AB59-F600-BE89A3435B65}"/>
          </ac:spMkLst>
        </pc:spChg>
        <pc:spChg chg="mod">
          <ac:chgData name="Chengjie Hao (student)" userId="S::3174168h@student.gla.ac.uk::48ee7e16-135e-46dd-86c5-b8e72283fb91" providerId="AD" clId="Web-{CFDE18CE-F116-1F98-7D9F-42B4869616D1}" dt="2026-03-23T03:58:33.191" v="424" actId="1076"/>
          <ac:spMkLst>
            <pc:docMk/>
            <pc:sldMk cId="410243343" sldId="508"/>
            <ac:spMk id="23" creationId="{EA99609B-6DC6-03E6-7759-523E6B461CD8}"/>
          </ac:spMkLst>
        </pc:spChg>
        <pc:spChg chg="mod">
          <ac:chgData name="Chengjie Hao (student)" userId="S::3174168h@student.gla.ac.uk::48ee7e16-135e-46dd-86c5-b8e72283fb91" providerId="AD" clId="Web-{CFDE18CE-F116-1F98-7D9F-42B4869616D1}" dt="2026-03-23T03:58:33.207" v="425" actId="1076"/>
          <ac:spMkLst>
            <pc:docMk/>
            <pc:sldMk cId="410243343" sldId="508"/>
            <ac:spMk id="24" creationId="{7B28A598-A218-9DF3-AB88-04106D8EF0CE}"/>
          </ac:spMkLst>
        </pc:spChg>
        <pc:spChg chg="mod">
          <ac:chgData name="Chengjie Hao (student)" userId="S::3174168h@student.gla.ac.uk::48ee7e16-135e-46dd-86c5-b8e72283fb91" providerId="AD" clId="Web-{CFDE18CE-F116-1F98-7D9F-42B4869616D1}" dt="2026-03-23T03:58:33.222" v="426" actId="1076"/>
          <ac:spMkLst>
            <pc:docMk/>
            <pc:sldMk cId="410243343" sldId="508"/>
            <ac:spMk id="25" creationId="{328CC8CB-03F6-4510-EEC8-2D43551FA7F3}"/>
          </ac:spMkLst>
        </pc:spChg>
        <pc:spChg chg="mod">
          <ac:chgData name="Chengjie Hao (student)" userId="S::3174168h@student.gla.ac.uk::48ee7e16-135e-46dd-86c5-b8e72283fb91" providerId="AD" clId="Web-{CFDE18CE-F116-1F98-7D9F-42B4869616D1}" dt="2026-03-23T03:58:33.222" v="427" actId="1076"/>
          <ac:spMkLst>
            <pc:docMk/>
            <pc:sldMk cId="410243343" sldId="508"/>
            <ac:spMk id="26" creationId="{59F6917C-CA2C-9817-DD22-0B1233A2F392}"/>
          </ac:spMkLst>
        </pc:spChg>
        <pc:spChg chg="mod">
          <ac:chgData name="Chengjie Hao (student)" userId="S::3174168h@student.gla.ac.uk::48ee7e16-135e-46dd-86c5-b8e72283fb91" providerId="AD" clId="Web-{CFDE18CE-F116-1F98-7D9F-42B4869616D1}" dt="2026-03-23T03:58:33.238" v="428" actId="1076"/>
          <ac:spMkLst>
            <pc:docMk/>
            <pc:sldMk cId="410243343" sldId="508"/>
            <ac:spMk id="27" creationId="{3F64F4FB-8E7F-ADB8-0C7C-0EB7D35132D3}"/>
          </ac:spMkLst>
        </pc:spChg>
        <pc:spChg chg="mod">
          <ac:chgData name="Chengjie Hao (student)" userId="S::3174168h@student.gla.ac.uk::48ee7e16-135e-46dd-86c5-b8e72283fb91" providerId="AD" clId="Web-{CFDE18CE-F116-1F98-7D9F-42B4869616D1}" dt="2026-03-23T03:58:33.254" v="429" actId="1076"/>
          <ac:spMkLst>
            <pc:docMk/>
            <pc:sldMk cId="410243343" sldId="508"/>
            <ac:spMk id="28" creationId="{2F652ABB-DDB7-468C-1694-495502A7DF56}"/>
          </ac:spMkLst>
        </pc:spChg>
        <pc:spChg chg="mod">
          <ac:chgData name="Chengjie Hao (student)" userId="S::3174168h@student.gla.ac.uk::48ee7e16-135e-46dd-86c5-b8e72283fb91" providerId="AD" clId="Web-{CFDE18CE-F116-1F98-7D9F-42B4869616D1}" dt="2026-03-23T03:58:33.269" v="430" actId="1076"/>
          <ac:spMkLst>
            <pc:docMk/>
            <pc:sldMk cId="410243343" sldId="508"/>
            <ac:spMk id="29" creationId="{EF5ACA15-9988-E749-68E6-7AFD7614D7A9}"/>
          </ac:spMkLst>
        </pc:spChg>
        <pc:spChg chg="mod">
          <ac:chgData name="Chengjie Hao (student)" userId="S::3174168h@student.gla.ac.uk::48ee7e16-135e-46dd-86c5-b8e72283fb91" providerId="AD" clId="Web-{CFDE18CE-F116-1F98-7D9F-42B4869616D1}" dt="2026-03-23T03:58:33.285" v="431" actId="1076"/>
          <ac:spMkLst>
            <pc:docMk/>
            <pc:sldMk cId="410243343" sldId="508"/>
            <ac:spMk id="30" creationId="{CD0C7404-81F9-DD7A-EC13-F7C8B4BF47E3}"/>
          </ac:spMkLst>
        </pc:spChg>
        <pc:picChg chg="del">
          <ac:chgData name="Chengjie Hao (student)" userId="S::3174168h@student.gla.ac.uk::48ee7e16-135e-46dd-86c5-b8e72283fb91" providerId="AD" clId="Web-{CFDE18CE-F116-1F98-7D9F-42B4869616D1}" dt="2026-03-23T02:48:25.097" v="72"/>
          <ac:picMkLst>
            <pc:docMk/>
            <pc:sldMk cId="410243343" sldId="508"/>
            <ac:picMk id="4" creationId="{7222F37E-3541-BF35-E218-752344C795F6}"/>
          </ac:picMkLst>
        </pc:picChg>
        <pc:picChg chg="del">
          <ac:chgData name="Chengjie Hao (student)" userId="S::3174168h@student.gla.ac.uk::48ee7e16-135e-46dd-86c5-b8e72283fb91" providerId="AD" clId="Web-{CFDE18CE-F116-1F98-7D9F-42B4869616D1}" dt="2026-03-23T02:48:25.644" v="73"/>
          <ac:picMkLst>
            <pc:docMk/>
            <pc:sldMk cId="410243343" sldId="508"/>
            <ac:picMk id="5" creationId="{8D57BC38-83C3-724C-5F89-9EB281ACFDD6}"/>
          </ac:picMkLst>
        </pc:picChg>
        <pc:cxnChg chg="add del mod">
          <ac:chgData name="Chengjie Hao (student)" userId="S::3174168h@student.gla.ac.uk::48ee7e16-135e-46dd-86c5-b8e72283fb91" providerId="AD" clId="Web-{CFDE18CE-F116-1F98-7D9F-42B4869616D1}" dt="2026-03-23T03:53:28.213" v="349" actId="1076"/>
          <ac:cxnSpMkLst>
            <pc:docMk/>
            <pc:sldMk cId="410243343" sldId="508"/>
            <ac:cxnSpMk id="3" creationId="{D68D39AE-7587-9197-1569-6356AD705CA5}"/>
          </ac:cxnSpMkLst>
        </pc:cxnChg>
      </pc:sldChg>
      <pc:sldChg chg="modSp add ord">
        <pc:chgData name="Chengjie Hao (student)" userId="S::3174168h@student.gla.ac.uk::48ee7e16-135e-46dd-86c5-b8e72283fb91" providerId="AD" clId="Web-{CFDE18CE-F116-1F98-7D9F-42B4869616D1}" dt="2026-03-23T03:29:05.869" v="166" actId="1076"/>
        <pc:sldMkLst>
          <pc:docMk/>
          <pc:sldMk cId="1982197186" sldId="509"/>
        </pc:sldMkLst>
        <pc:spChg chg="mod">
          <ac:chgData name="Chengjie Hao (student)" userId="S::3174168h@student.gla.ac.uk::48ee7e16-135e-46dd-86c5-b8e72283fb91" providerId="AD" clId="Web-{CFDE18CE-F116-1F98-7D9F-42B4869616D1}" dt="2026-03-23T03:29:05.869" v="166" actId="1076"/>
          <ac:spMkLst>
            <pc:docMk/>
            <pc:sldMk cId="1982197186" sldId="509"/>
            <ac:spMk id="2" creationId="{CC4A7CF7-434B-5EBE-4B38-2B1A61608B99}"/>
          </ac:spMkLst>
        </pc:spChg>
        <pc:spChg chg="mod">
          <ac:chgData name="Chengjie Hao (student)" userId="S::3174168h@student.gla.ac.uk::48ee7e16-135e-46dd-86c5-b8e72283fb91" providerId="AD" clId="Web-{CFDE18CE-F116-1F98-7D9F-42B4869616D1}" dt="2026-03-23T02:52:57.802" v="94" actId="1076"/>
          <ac:spMkLst>
            <pc:docMk/>
            <pc:sldMk cId="1982197186" sldId="509"/>
            <ac:spMk id="12" creationId="{8C9C5A3E-36BF-AE84-47D8-7B83BB010ED5}"/>
          </ac:spMkLst>
        </pc:spChg>
        <pc:picChg chg="mod">
          <ac:chgData name="Chengjie Hao (student)" userId="S::3174168h@student.gla.ac.uk::48ee7e16-135e-46dd-86c5-b8e72283fb91" providerId="AD" clId="Web-{CFDE18CE-F116-1F98-7D9F-42B4869616D1}" dt="2026-03-23T02:53:02.771" v="96" actId="1076"/>
          <ac:picMkLst>
            <pc:docMk/>
            <pc:sldMk cId="1982197186" sldId="509"/>
            <ac:picMk id="8" creationId="{2BA8373E-8537-18F8-74DA-81FF9BAE3EF4}"/>
          </ac:picMkLst>
        </pc:picChg>
        <pc:picChg chg="mod">
          <ac:chgData name="Chengjie Hao (student)" userId="S::3174168h@student.gla.ac.uk::48ee7e16-135e-46dd-86c5-b8e72283fb91" providerId="AD" clId="Web-{CFDE18CE-F116-1F98-7D9F-42B4869616D1}" dt="2026-03-23T02:53:00.881" v="95" actId="1076"/>
          <ac:picMkLst>
            <pc:docMk/>
            <pc:sldMk cId="1982197186" sldId="509"/>
            <ac:picMk id="14" creationId="{96A06231-5BEF-41B9-17DC-64169C8CD2C6}"/>
          </ac:picMkLst>
        </pc:picChg>
        <pc:picChg chg="mod">
          <ac:chgData name="Chengjie Hao (student)" userId="S::3174168h@student.gla.ac.uk::48ee7e16-135e-46dd-86c5-b8e72283fb91" providerId="AD" clId="Web-{CFDE18CE-F116-1F98-7D9F-42B4869616D1}" dt="2026-03-23T02:53:04.209" v="97" actId="1076"/>
          <ac:picMkLst>
            <pc:docMk/>
            <pc:sldMk cId="1982197186" sldId="509"/>
            <ac:picMk id="16" creationId="{C1D4A48F-57EE-230B-7BC0-206F66B353A1}"/>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14539F-7FE7-4408-A8DA-84A3FA76BCF5}" type="doc">
      <dgm:prSet loTypeId="urn:microsoft.com/office/officeart/2005/8/layout/process2" loCatId="process" qsTypeId="urn:microsoft.com/office/officeart/2005/8/quickstyle/simple1" qsCatId="simple" csTypeId="urn:microsoft.com/office/officeart/2005/8/colors/accent1_2" csCatId="accent1" phldr="1"/>
      <dgm:spPr/>
    </dgm:pt>
    <dgm:pt modelId="{FCB54837-0459-4CE4-9CD2-875BDBC18DA8}">
      <dgm:prSet phldrT="[文本]"/>
      <dgm:spPr/>
      <dgm:t>
        <a:bodyPr/>
        <a:lstStyle/>
        <a:p>
          <a:pPr rtl="0"/>
          <a:r>
            <a:rPr lang="zh-CN"/>
            <a:t>Assign tasks according to </a:t>
          </a:r>
          <a:r>
            <a:rPr lang="en-US" altLang="zh-CN">
              <a:latin typeface="Calibri Light" panose="020F0302020204030204"/>
            </a:rPr>
            <a:t>WPs</a:t>
          </a:r>
          <a:endParaRPr lang="zh-CN" altLang="en-US"/>
        </a:p>
      </dgm:t>
    </dgm:pt>
    <dgm:pt modelId="{81A43027-CDFD-4D82-BC4D-590DD87927B6}" type="parTrans" cxnId="{76095887-0D2F-4F05-9042-88EEDE2CF22E}">
      <dgm:prSet/>
      <dgm:spPr/>
    </dgm:pt>
    <dgm:pt modelId="{B10A374D-81B9-49EE-AAA8-BA85AD319FAB}" type="sibTrans" cxnId="{76095887-0D2F-4F05-9042-88EEDE2CF22E}">
      <dgm:prSet/>
      <dgm:spPr/>
      <dgm:t>
        <a:bodyPr/>
        <a:lstStyle/>
        <a:p>
          <a:endParaRPr lang="zh-CN" altLang="en-US"/>
        </a:p>
      </dgm:t>
    </dgm:pt>
    <dgm:pt modelId="{BBE5DCFD-6994-4948-A21A-B08E36FC832B}">
      <dgm:prSet phldrT="[文本]"/>
      <dgm:spPr/>
      <dgm:t>
        <a:bodyPr/>
        <a:lstStyle/>
        <a:p>
          <a:pPr rtl="0"/>
          <a:r>
            <a:rPr lang="zh-CN" altLang="en-US">
              <a:latin typeface="Calibri Light" panose="020F0302020204030204"/>
            </a:rPr>
            <a:t>Weekly Meetings</a:t>
          </a:r>
          <a:endParaRPr lang="zh-CN" altLang="en-US"/>
        </a:p>
      </dgm:t>
    </dgm:pt>
    <dgm:pt modelId="{FF840B9E-366E-4D2A-81B7-52E2000CA65F}" type="parTrans" cxnId="{B510B564-E29B-46AC-8004-0AE0B4321BDA}">
      <dgm:prSet/>
      <dgm:spPr/>
    </dgm:pt>
    <dgm:pt modelId="{4BC8BA8F-292A-4FE4-BD75-90DEB9B78462}" type="sibTrans" cxnId="{B510B564-E29B-46AC-8004-0AE0B4321BDA}">
      <dgm:prSet/>
      <dgm:spPr/>
      <dgm:t>
        <a:bodyPr/>
        <a:lstStyle/>
        <a:p>
          <a:endParaRPr lang="zh-CN" altLang="en-US"/>
        </a:p>
      </dgm:t>
    </dgm:pt>
    <dgm:pt modelId="{FCAEC4FC-20C4-492F-97E9-73AB810ABC7A}">
      <dgm:prSet phldrT="[文本]"/>
      <dgm:spPr/>
      <dgm:t>
        <a:bodyPr/>
        <a:lstStyle/>
        <a:p>
          <a:pPr rtl="0"/>
          <a:r>
            <a:rPr lang="zh-CN"/>
            <a:t>Sync progress to GitHub</a:t>
          </a:r>
          <a:endParaRPr lang="zh-CN" altLang="en-US"/>
        </a:p>
      </dgm:t>
    </dgm:pt>
    <dgm:pt modelId="{02875A69-15D0-4DFA-ACE7-8DEA888352BF}" type="parTrans" cxnId="{78EE7341-1A94-402B-9F7B-8A2A782EE295}">
      <dgm:prSet/>
      <dgm:spPr/>
    </dgm:pt>
    <dgm:pt modelId="{DE21A55A-58DC-45C1-BBBC-56413D3774BE}" type="sibTrans" cxnId="{78EE7341-1A94-402B-9F7B-8A2A782EE295}">
      <dgm:prSet/>
      <dgm:spPr/>
      <dgm:t>
        <a:bodyPr/>
        <a:lstStyle/>
        <a:p>
          <a:endParaRPr lang="zh-CN" altLang="en-US"/>
        </a:p>
        <a:p>
          <a:endParaRPr lang="zh-CN" altLang="en-US"/>
        </a:p>
        <a:p>
          <a:endParaRPr lang="zh-CN" altLang="en-US"/>
        </a:p>
      </dgm:t>
    </dgm:pt>
    <dgm:pt modelId="{545EF73C-DD03-4372-8E67-D7CB0B091DF7}">
      <dgm:prSet phldr="0"/>
      <dgm:spPr/>
      <dgm:t>
        <a:bodyPr/>
        <a:lstStyle/>
        <a:p>
          <a:pPr rtl="0"/>
          <a:r>
            <a:rPr lang="en-US" altLang="zh-CN">
              <a:latin typeface="Calibri Light" panose="020F0302020204030204"/>
            </a:rPr>
            <a:t>Fill in the TARs</a:t>
          </a:r>
        </a:p>
      </dgm:t>
    </dgm:pt>
    <dgm:pt modelId="{9789A573-3D3F-4399-AEFF-54068C393964}" type="parTrans" cxnId="{E5CD74E2-D907-4FE2-B764-D95D22758398}">
      <dgm:prSet/>
      <dgm:spPr/>
    </dgm:pt>
    <dgm:pt modelId="{3B68A9E2-0333-4B54-A335-7AC23CC1926F}" type="sibTrans" cxnId="{E5CD74E2-D907-4FE2-B764-D95D22758398}">
      <dgm:prSet/>
      <dgm:spPr/>
    </dgm:pt>
    <dgm:pt modelId="{B1A0BFCE-3BFE-46EA-A63F-08E936DA62D6}" type="pres">
      <dgm:prSet presAssocID="{E614539F-7FE7-4408-A8DA-84A3FA76BCF5}" presName="linearFlow" presStyleCnt="0">
        <dgm:presLayoutVars>
          <dgm:resizeHandles val="exact"/>
        </dgm:presLayoutVars>
      </dgm:prSet>
      <dgm:spPr/>
    </dgm:pt>
    <dgm:pt modelId="{F82DDA42-405C-4ED4-B385-469487632547}" type="pres">
      <dgm:prSet presAssocID="{FCB54837-0459-4CE4-9CD2-875BDBC18DA8}" presName="node" presStyleLbl="node1" presStyleIdx="0" presStyleCnt="4">
        <dgm:presLayoutVars>
          <dgm:bulletEnabled val="1"/>
        </dgm:presLayoutVars>
      </dgm:prSet>
      <dgm:spPr/>
    </dgm:pt>
    <dgm:pt modelId="{0008321A-EDFD-4A8B-A7B3-082E7D1229D7}" type="pres">
      <dgm:prSet presAssocID="{B10A374D-81B9-49EE-AAA8-BA85AD319FAB}" presName="sibTrans" presStyleLbl="sibTrans2D1" presStyleIdx="0" presStyleCnt="3"/>
      <dgm:spPr/>
    </dgm:pt>
    <dgm:pt modelId="{C7BEBC5A-E958-4674-A70F-5A1003ABDF0C}" type="pres">
      <dgm:prSet presAssocID="{B10A374D-81B9-49EE-AAA8-BA85AD319FAB}" presName="connectorText" presStyleLbl="sibTrans2D1" presStyleIdx="0" presStyleCnt="3"/>
      <dgm:spPr/>
    </dgm:pt>
    <dgm:pt modelId="{E3C35CBE-C0D4-4A24-BD14-F0162B250700}" type="pres">
      <dgm:prSet presAssocID="{BBE5DCFD-6994-4948-A21A-B08E36FC832B}" presName="node" presStyleLbl="node1" presStyleIdx="1" presStyleCnt="4">
        <dgm:presLayoutVars>
          <dgm:bulletEnabled val="1"/>
        </dgm:presLayoutVars>
      </dgm:prSet>
      <dgm:spPr/>
    </dgm:pt>
    <dgm:pt modelId="{140B1461-4450-4DCD-A137-D21F897DBC58}" type="pres">
      <dgm:prSet presAssocID="{4BC8BA8F-292A-4FE4-BD75-90DEB9B78462}" presName="sibTrans" presStyleLbl="sibTrans2D1" presStyleIdx="1" presStyleCnt="3"/>
      <dgm:spPr/>
    </dgm:pt>
    <dgm:pt modelId="{E5A95592-3BC3-42A7-AC73-A1E9871EBA0F}" type="pres">
      <dgm:prSet presAssocID="{4BC8BA8F-292A-4FE4-BD75-90DEB9B78462}" presName="connectorText" presStyleLbl="sibTrans2D1" presStyleIdx="1" presStyleCnt="3"/>
      <dgm:spPr/>
    </dgm:pt>
    <dgm:pt modelId="{7F3D3142-1243-40E6-B311-24DCAB2586C8}" type="pres">
      <dgm:prSet presAssocID="{FCAEC4FC-20C4-492F-97E9-73AB810ABC7A}" presName="node" presStyleLbl="node1" presStyleIdx="2" presStyleCnt="4">
        <dgm:presLayoutVars>
          <dgm:bulletEnabled val="1"/>
        </dgm:presLayoutVars>
      </dgm:prSet>
      <dgm:spPr/>
    </dgm:pt>
    <dgm:pt modelId="{05E1BBD2-03DD-4C6C-9A29-5C9D8E0ECAAC}" type="pres">
      <dgm:prSet presAssocID="{DE21A55A-58DC-45C1-BBBC-56413D3774BE}" presName="sibTrans" presStyleLbl="sibTrans2D1" presStyleIdx="2" presStyleCnt="3"/>
      <dgm:spPr/>
    </dgm:pt>
    <dgm:pt modelId="{2E0A8851-6EA8-4BC4-B66B-71B07DF83AD3}" type="pres">
      <dgm:prSet presAssocID="{DE21A55A-58DC-45C1-BBBC-56413D3774BE}" presName="connectorText" presStyleLbl="sibTrans2D1" presStyleIdx="2" presStyleCnt="3"/>
      <dgm:spPr/>
    </dgm:pt>
    <dgm:pt modelId="{4DEF1C07-4F2C-4C98-B672-DA674AAB0C5D}" type="pres">
      <dgm:prSet presAssocID="{545EF73C-DD03-4372-8E67-D7CB0B091DF7}" presName="node" presStyleLbl="node1" presStyleIdx="3" presStyleCnt="4">
        <dgm:presLayoutVars>
          <dgm:bulletEnabled val="1"/>
        </dgm:presLayoutVars>
      </dgm:prSet>
      <dgm:spPr/>
    </dgm:pt>
  </dgm:ptLst>
  <dgm:cxnLst>
    <dgm:cxn modelId="{AF0B1428-C9A6-47B5-9231-3092EE4E3619}" type="presOf" srcId="{DE21A55A-58DC-45C1-BBBC-56413D3774BE}" destId="{2E0A8851-6EA8-4BC4-B66B-71B07DF83AD3}" srcOrd="1" destOrd="0" presId="urn:microsoft.com/office/officeart/2005/8/layout/process2"/>
    <dgm:cxn modelId="{78EE7341-1A94-402B-9F7B-8A2A782EE295}" srcId="{E614539F-7FE7-4408-A8DA-84A3FA76BCF5}" destId="{FCAEC4FC-20C4-492F-97E9-73AB810ABC7A}" srcOrd="2" destOrd="0" parTransId="{02875A69-15D0-4DFA-ACE7-8DEA888352BF}" sibTransId="{DE21A55A-58DC-45C1-BBBC-56413D3774BE}"/>
    <dgm:cxn modelId="{B510B564-E29B-46AC-8004-0AE0B4321BDA}" srcId="{E614539F-7FE7-4408-A8DA-84A3FA76BCF5}" destId="{BBE5DCFD-6994-4948-A21A-B08E36FC832B}" srcOrd="1" destOrd="0" parTransId="{FF840B9E-366E-4D2A-81B7-52E2000CA65F}" sibTransId="{4BC8BA8F-292A-4FE4-BD75-90DEB9B78462}"/>
    <dgm:cxn modelId="{9DF4C964-CF65-4031-9F61-6405C708DB20}" type="presOf" srcId="{FCB54837-0459-4CE4-9CD2-875BDBC18DA8}" destId="{F82DDA42-405C-4ED4-B385-469487632547}" srcOrd="0" destOrd="0" presId="urn:microsoft.com/office/officeart/2005/8/layout/process2"/>
    <dgm:cxn modelId="{414A9D4D-2320-4DBE-926D-1582F734A319}" type="presOf" srcId="{4BC8BA8F-292A-4FE4-BD75-90DEB9B78462}" destId="{E5A95592-3BC3-42A7-AC73-A1E9871EBA0F}" srcOrd="1" destOrd="0" presId="urn:microsoft.com/office/officeart/2005/8/layout/process2"/>
    <dgm:cxn modelId="{5234C44E-935F-4F5D-A2C6-D0B455104A71}" type="presOf" srcId="{DE21A55A-58DC-45C1-BBBC-56413D3774BE}" destId="{05E1BBD2-03DD-4C6C-9A29-5C9D8E0ECAAC}" srcOrd="0" destOrd="0" presId="urn:microsoft.com/office/officeart/2005/8/layout/process2"/>
    <dgm:cxn modelId="{4A6D4757-4F81-473F-A74C-52BCDB0328B9}" type="presOf" srcId="{BBE5DCFD-6994-4948-A21A-B08E36FC832B}" destId="{E3C35CBE-C0D4-4A24-BD14-F0162B250700}" srcOrd="0" destOrd="0" presId="urn:microsoft.com/office/officeart/2005/8/layout/process2"/>
    <dgm:cxn modelId="{C69D2780-4B17-4033-88FE-47ECDD3BE6F2}" type="presOf" srcId="{4BC8BA8F-292A-4FE4-BD75-90DEB9B78462}" destId="{140B1461-4450-4DCD-A137-D21F897DBC58}" srcOrd="0" destOrd="0" presId="urn:microsoft.com/office/officeart/2005/8/layout/process2"/>
    <dgm:cxn modelId="{76095887-0D2F-4F05-9042-88EEDE2CF22E}" srcId="{E614539F-7FE7-4408-A8DA-84A3FA76BCF5}" destId="{FCB54837-0459-4CE4-9CD2-875BDBC18DA8}" srcOrd="0" destOrd="0" parTransId="{81A43027-CDFD-4D82-BC4D-590DD87927B6}" sibTransId="{B10A374D-81B9-49EE-AAA8-BA85AD319FAB}"/>
    <dgm:cxn modelId="{0BC36E90-48FB-4CDD-B6AD-4C28BF7DA6DF}" type="presOf" srcId="{545EF73C-DD03-4372-8E67-D7CB0B091DF7}" destId="{4DEF1C07-4F2C-4C98-B672-DA674AAB0C5D}" srcOrd="0" destOrd="0" presId="urn:microsoft.com/office/officeart/2005/8/layout/process2"/>
    <dgm:cxn modelId="{696C47A3-23A5-44EF-9CD4-310AF95B23F4}" type="presOf" srcId="{E614539F-7FE7-4408-A8DA-84A3FA76BCF5}" destId="{B1A0BFCE-3BFE-46EA-A63F-08E936DA62D6}" srcOrd="0" destOrd="0" presId="urn:microsoft.com/office/officeart/2005/8/layout/process2"/>
    <dgm:cxn modelId="{DB523AAE-293B-452C-B226-C700E2886381}" type="presOf" srcId="{B10A374D-81B9-49EE-AAA8-BA85AD319FAB}" destId="{0008321A-EDFD-4A8B-A7B3-082E7D1229D7}" srcOrd="0" destOrd="0" presId="urn:microsoft.com/office/officeart/2005/8/layout/process2"/>
    <dgm:cxn modelId="{693899AE-C2C4-4FC3-BB25-B6A6571903BB}" type="presOf" srcId="{FCAEC4FC-20C4-492F-97E9-73AB810ABC7A}" destId="{7F3D3142-1243-40E6-B311-24DCAB2586C8}" srcOrd="0" destOrd="0" presId="urn:microsoft.com/office/officeart/2005/8/layout/process2"/>
    <dgm:cxn modelId="{E5CD74E2-D907-4FE2-B764-D95D22758398}" srcId="{E614539F-7FE7-4408-A8DA-84A3FA76BCF5}" destId="{545EF73C-DD03-4372-8E67-D7CB0B091DF7}" srcOrd="3" destOrd="0" parTransId="{9789A573-3D3F-4399-AEFF-54068C393964}" sibTransId="{3B68A9E2-0333-4B54-A335-7AC23CC1926F}"/>
    <dgm:cxn modelId="{7B09FCEE-6D83-4FC0-A44A-333125661603}" type="presOf" srcId="{B10A374D-81B9-49EE-AAA8-BA85AD319FAB}" destId="{C7BEBC5A-E958-4674-A70F-5A1003ABDF0C}" srcOrd="1" destOrd="0" presId="urn:microsoft.com/office/officeart/2005/8/layout/process2"/>
    <dgm:cxn modelId="{ADD048C0-DDAD-422E-86D4-301742735790}" type="presParOf" srcId="{B1A0BFCE-3BFE-46EA-A63F-08E936DA62D6}" destId="{F82DDA42-405C-4ED4-B385-469487632547}" srcOrd="0" destOrd="0" presId="urn:microsoft.com/office/officeart/2005/8/layout/process2"/>
    <dgm:cxn modelId="{6CF86B97-37BB-40D6-8986-9FFE6BE08CAC}" type="presParOf" srcId="{B1A0BFCE-3BFE-46EA-A63F-08E936DA62D6}" destId="{0008321A-EDFD-4A8B-A7B3-082E7D1229D7}" srcOrd="1" destOrd="0" presId="urn:microsoft.com/office/officeart/2005/8/layout/process2"/>
    <dgm:cxn modelId="{6D8B2B37-AD60-43C7-9E4B-6524C0C9D77C}" type="presParOf" srcId="{0008321A-EDFD-4A8B-A7B3-082E7D1229D7}" destId="{C7BEBC5A-E958-4674-A70F-5A1003ABDF0C}" srcOrd="0" destOrd="0" presId="urn:microsoft.com/office/officeart/2005/8/layout/process2"/>
    <dgm:cxn modelId="{6FDDF4FE-BABE-48B4-83B8-F0DABE05EB4C}" type="presParOf" srcId="{B1A0BFCE-3BFE-46EA-A63F-08E936DA62D6}" destId="{E3C35CBE-C0D4-4A24-BD14-F0162B250700}" srcOrd="2" destOrd="0" presId="urn:microsoft.com/office/officeart/2005/8/layout/process2"/>
    <dgm:cxn modelId="{D56D2706-535B-426E-A990-06289869F2FD}" type="presParOf" srcId="{B1A0BFCE-3BFE-46EA-A63F-08E936DA62D6}" destId="{140B1461-4450-4DCD-A137-D21F897DBC58}" srcOrd="3" destOrd="0" presId="urn:microsoft.com/office/officeart/2005/8/layout/process2"/>
    <dgm:cxn modelId="{707E7D41-59EC-4ADB-BCE6-E19D0E06D634}" type="presParOf" srcId="{140B1461-4450-4DCD-A137-D21F897DBC58}" destId="{E5A95592-3BC3-42A7-AC73-A1E9871EBA0F}" srcOrd="0" destOrd="0" presId="urn:microsoft.com/office/officeart/2005/8/layout/process2"/>
    <dgm:cxn modelId="{BD3DF7E8-CCF2-4E88-BC71-44EBF0EFB0B9}" type="presParOf" srcId="{B1A0BFCE-3BFE-46EA-A63F-08E936DA62D6}" destId="{7F3D3142-1243-40E6-B311-24DCAB2586C8}" srcOrd="4" destOrd="0" presId="urn:microsoft.com/office/officeart/2005/8/layout/process2"/>
    <dgm:cxn modelId="{6513A884-0449-45FA-9861-27BF569D85C6}" type="presParOf" srcId="{B1A0BFCE-3BFE-46EA-A63F-08E936DA62D6}" destId="{05E1BBD2-03DD-4C6C-9A29-5C9D8E0ECAAC}" srcOrd="5" destOrd="0" presId="urn:microsoft.com/office/officeart/2005/8/layout/process2"/>
    <dgm:cxn modelId="{AB917F95-DE50-4CAF-8538-0206947139AD}" type="presParOf" srcId="{05E1BBD2-03DD-4C6C-9A29-5C9D8E0ECAAC}" destId="{2E0A8851-6EA8-4BC4-B66B-71B07DF83AD3}" srcOrd="0" destOrd="0" presId="urn:microsoft.com/office/officeart/2005/8/layout/process2"/>
    <dgm:cxn modelId="{04F601E1-C300-4794-98B2-B716D555A30B}" type="presParOf" srcId="{B1A0BFCE-3BFE-46EA-A63F-08E936DA62D6}" destId="{4DEF1C07-4F2C-4C98-B672-DA674AAB0C5D}"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2DDA42-405C-4ED4-B385-469487632547}">
      <dsp:nvSpPr>
        <dsp:cNvPr id="0" name=""/>
        <dsp:cNvSpPr/>
      </dsp:nvSpPr>
      <dsp:spPr>
        <a:xfrm>
          <a:off x="2863676" y="3060"/>
          <a:ext cx="2049528" cy="11386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zh-CN" sz="2100" kern="1200"/>
            <a:t>Assign tasks according to </a:t>
          </a:r>
          <a:r>
            <a:rPr lang="en-US" altLang="zh-CN" sz="2100" kern="1200">
              <a:latin typeface="Calibri Light" panose="020F0302020204030204"/>
            </a:rPr>
            <a:t>WPs</a:t>
          </a:r>
          <a:endParaRPr lang="zh-CN" altLang="en-US" sz="2100" kern="1200"/>
        </a:p>
      </dsp:txBody>
      <dsp:txXfrm>
        <a:off x="2897025" y="36409"/>
        <a:ext cx="1982830" cy="1071928"/>
      </dsp:txXfrm>
    </dsp:sp>
    <dsp:sp modelId="{0008321A-EDFD-4A8B-A7B3-082E7D1229D7}">
      <dsp:nvSpPr>
        <dsp:cNvPr id="0" name=""/>
        <dsp:cNvSpPr/>
      </dsp:nvSpPr>
      <dsp:spPr>
        <a:xfrm rot="5400000">
          <a:off x="3674948" y="1170153"/>
          <a:ext cx="426985" cy="512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5400000">
        <a:off x="3734726" y="1212852"/>
        <a:ext cx="307430" cy="298890"/>
      </dsp:txXfrm>
    </dsp:sp>
    <dsp:sp modelId="{E3C35CBE-C0D4-4A24-BD14-F0162B250700}">
      <dsp:nvSpPr>
        <dsp:cNvPr id="0" name=""/>
        <dsp:cNvSpPr/>
      </dsp:nvSpPr>
      <dsp:spPr>
        <a:xfrm>
          <a:off x="2863676" y="1711001"/>
          <a:ext cx="2049528" cy="11386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zh-CN" altLang="en-US" sz="2100" kern="1200">
              <a:latin typeface="Calibri Light" panose="020F0302020204030204"/>
            </a:rPr>
            <a:t>Weekly Meetings</a:t>
          </a:r>
          <a:endParaRPr lang="zh-CN" altLang="en-US" sz="2100" kern="1200"/>
        </a:p>
      </dsp:txBody>
      <dsp:txXfrm>
        <a:off x="2897025" y="1744350"/>
        <a:ext cx="1982830" cy="1071928"/>
      </dsp:txXfrm>
    </dsp:sp>
    <dsp:sp modelId="{140B1461-4450-4DCD-A137-D21F897DBC58}">
      <dsp:nvSpPr>
        <dsp:cNvPr id="0" name=""/>
        <dsp:cNvSpPr/>
      </dsp:nvSpPr>
      <dsp:spPr>
        <a:xfrm rot="5400000">
          <a:off x="3674948" y="2878093"/>
          <a:ext cx="426985" cy="512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5400000">
        <a:off x="3734726" y="2920792"/>
        <a:ext cx="307430" cy="298890"/>
      </dsp:txXfrm>
    </dsp:sp>
    <dsp:sp modelId="{7F3D3142-1243-40E6-B311-24DCAB2586C8}">
      <dsp:nvSpPr>
        <dsp:cNvPr id="0" name=""/>
        <dsp:cNvSpPr/>
      </dsp:nvSpPr>
      <dsp:spPr>
        <a:xfrm>
          <a:off x="2863676" y="3418941"/>
          <a:ext cx="2049528" cy="11386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zh-CN" sz="2100" kern="1200"/>
            <a:t>Sync progress to GitHub</a:t>
          </a:r>
          <a:endParaRPr lang="zh-CN" altLang="en-US" sz="2100" kern="1200"/>
        </a:p>
      </dsp:txBody>
      <dsp:txXfrm>
        <a:off x="2897025" y="3452290"/>
        <a:ext cx="1982830" cy="1071928"/>
      </dsp:txXfrm>
    </dsp:sp>
    <dsp:sp modelId="{05E1BBD2-03DD-4C6C-9A29-5C9D8E0ECAAC}">
      <dsp:nvSpPr>
        <dsp:cNvPr id="0" name=""/>
        <dsp:cNvSpPr/>
      </dsp:nvSpPr>
      <dsp:spPr>
        <a:xfrm rot="5400000">
          <a:off x="3674948" y="4586034"/>
          <a:ext cx="426985" cy="512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a:p>
          <a:pPr marL="0" lvl="0" indent="0" algn="ctr" defTabSz="222250">
            <a:lnSpc>
              <a:spcPct val="90000"/>
            </a:lnSpc>
            <a:spcBef>
              <a:spcPct val="0"/>
            </a:spcBef>
            <a:spcAft>
              <a:spcPct val="35000"/>
            </a:spcAft>
            <a:buNone/>
          </a:pPr>
          <a:endParaRPr lang="zh-CN" altLang="en-US" sz="500" kern="1200"/>
        </a:p>
        <a:p>
          <a:pPr marL="0" lvl="0" indent="0" algn="ctr" defTabSz="222250">
            <a:lnSpc>
              <a:spcPct val="90000"/>
            </a:lnSpc>
            <a:spcBef>
              <a:spcPct val="0"/>
            </a:spcBef>
            <a:spcAft>
              <a:spcPct val="35000"/>
            </a:spcAft>
            <a:buNone/>
          </a:pPr>
          <a:endParaRPr lang="zh-CN" altLang="en-US" sz="500" kern="1200"/>
        </a:p>
      </dsp:txBody>
      <dsp:txXfrm rot="-5400000">
        <a:off x="3734726" y="4628733"/>
        <a:ext cx="307430" cy="298890"/>
      </dsp:txXfrm>
    </dsp:sp>
    <dsp:sp modelId="{4DEF1C07-4F2C-4C98-B672-DA674AAB0C5D}">
      <dsp:nvSpPr>
        <dsp:cNvPr id="0" name=""/>
        <dsp:cNvSpPr/>
      </dsp:nvSpPr>
      <dsp:spPr>
        <a:xfrm>
          <a:off x="2863676" y="5126882"/>
          <a:ext cx="2049528" cy="11386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en-US" altLang="zh-CN" sz="2100" kern="1200">
              <a:latin typeface="Calibri Light" panose="020F0302020204030204"/>
            </a:rPr>
            <a:t>Fill in the TARs</a:t>
          </a:r>
        </a:p>
      </dsp:txBody>
      <dsp:txXfrm>
        <a:off x="2897025" y="5160231"/>
        <a:ext cx="1982830" cy="1071928"/>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295AE2-43AC-144B-AE88-DCB376799F11}" type="datetimeFigureOut">
              <a:rPr lang="en-US" smtClean="0"/>
              <a:t>3/22/2026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24E5BB-E6B0-B84A-ABCD-9A3E9C2D78CB}" type="slidenum">
              <a:rPr lang="en-US" smtClean="0"/>
              <a:t>‹#›</a:t>
            </a:fld>
            <a:endParaRPr lang="en-US"/>
          </a:p>
        </p:txBody>
      </p:sp>
    </p:spTree>
    <p:extLst>
      <p:ext uri="{BB962C8B-B14F-4D97-AF65-F5344CB8AC3E}">
        <p14:creationId xmlns:p14="http://schemas.microsoft.com/office/powerpoint/2010/main" val="2372742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1</a:t>
            </a:fld>
            <a:endParaRPr lang="en-US"/>
          </a:p>
        </p:txBody>
      </p:sp>
    </p:spTree>
    <p:extLst>
      <p:ext uri="{BB962C8B-B14F-4D97-AF65-F5344CB8AC3E}">
        <p14:creationId xmlns:p14="http://schemas.microsoft.com/office/powerpoint/2010/main" val="176595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IE"/>
              <a:t>Six work packages across the whole lifecycle of the project</a:t>
            </a:r>
          </a:p>
          <a:p>
            <a:pPr marL="171450" indent="-171450">
              <a:buFont typeface="Arial" panose="020B0604020202020204" pitchFamily="34" charset="0"/>
              <a:buChar char="•"/>
            </a:pPr>
            <a:r>
              <a:rPr lang="en-IE"/>
              <a:t>Project Manager, which is me, handles non-technical project tasks</a:t>
            </a:r>
          </a:p>
          <a:p>
            <a:pPr marL="171450" indent="-171450">
              <a:buFont typeface="Arial" panose="020B0604020202020204" pitchFamily="34" charset="0"/>
              <a:buChar char="•"/>
            </a:pPr>
            <a:r>
              <a:rPr lang="en-IE"/>
              <a:t>Everyone else leads a technical </a:t>
            </a:r>
            <a:r>
              <a:rPr lang="en-IE" err="1"/>
              <a:t>workpackage</a:t>
            </a:r>
            <a:r>
              <a:rPr lang="en-IE"/>
              <a:t> with others assisting</a:t>
            </a:r>
          </a:p>
          <a:p>
            <a:pPr marL="171450" indent="-171450">
              <a:buFont typeface="Arial" panose="020B0604020202020204" pitchFamily="34" charset="0"/>
              <a:buChar char="•"/>
            </a:pPr>
            <a:r>
              <a:rPr lang="en-IE"/>
              <a:t>Teams + </a:t>
            </a:r>
            <a:r>
              <a:rPr lang="en-IE" err="1"/>
              <a:t>github</a:t>
            </a:r>
            <a:endParaRPr lang="en-IE"/>
          </a:p>
        </p:txBody>
      </p:sp>
      <p:sp>
        <p:nvSpPr>
          <p:cNvPr id="4" name="Slide Number Placeholder 3"/>
          <p:cNvSpPr>
            <a:spLocks noGrp="1"/>
          </p:cNvSpPr>
          <p:nvPr>
            <p:ph type="sldNum" sz="quarter" idx="5"/>
          </p:nvPr>
        </p:nvSpPr>
        <p:spPr/>
        <p:txBody>
          <a:bodyPr/>
          <a:lstStyle/>
          <a:p>
            <a:fld id="{0F24E5BB-E6B0-B84A-ABCD-9A3E9C2D78CB}" type="slidenum">
              <a:rPr lang="en-US" smtClean="0"/>
              <a:t>6</a:t>
            </a:fld>
            <a:endParaRPr lang="en-US"/>
          </a:p>
        </p:txBody>
      </p:sp>
    </p:spTree>
    <p:extLst>
      <p:ext uri="{BB962C8B-B14F-4D97-AF65-F5344CB8AC3E}">
        <p14:creationId xmlns:p14="http://schemas.microsoft.com/office/powerpoint/2010/main" val="251263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11</a:t>
            </a:fld>
            <a:endParaRPr lang="en-US"/>
          </a:p>
        </p:txBody>
      </p:sp>
    </p:spTree>
    <p:extLst>
      <p:ext uri="{BB962C8B-B14F-4D97-AF65-F5344CB8AC3E}">
        <p14:creationId xmlns:p14="http://schemas.microsoft.com/office/powerpoint/2010/main" val="3573105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64216-ADBC-D5E0-9F01-4529BE5C2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04D9B-9F39-8536-25D4-0B3FF71854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29E383-DA26-DA5B-EAF4-E3188C703B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C6F49E-6C88-F04B-45DB-761D9EE44C39}"/>
              </a:ext>
            </a:extLst>
          </p:cNvPr>
          <p:cNvSpPr>
            <a:spLocks noGrp="1"/>
          </p:cNvSpPr>
          <p:nvPr>
            <p:ph type="sldNum" sz="quarter" idx="5"/>
          </p:nvPr>
        </p:nvSpPr>
        <p:spPr/>
        <p:txBody>
          <a:bodyPr/>
          <a:lstStyle/>
          <a:p>
            <a:fld id="{0F24E5BB-E6B0-B84A-ABCD-9A3E9C2D78CB}" type="slidenum">
              <a:rPr lang="en-US" smtClean="0"/>
              <a:t>12</a:t>
            </a:fld>
            <a:endParaRPr lang="en-US"/>
          </a:p>
        </p:txBody>
      </p:sp>
    </p:spTree>
    <p:extLst>
      <p:ext uri="{BB962C8B-B14F-4D97-AF65-F5344CB8AC3E}">
        <p14:creationId xmlns:p14="http://schemas.microsoft.com/office/powerpoint/2010/main" val="3879479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C83E9-22C8-F106-A4E9-6B46034C6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6F99B3-33A9-FE19-D3DF-8920E6F848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A7317D-1541-DC98-FD0B-16FCA1C37E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07FFF49-FBD1-0D62-DF19-AF013ADF5173}"/>
              </a:ext>
            </a:extLst>
          </p:cNvPr>
          <p:cNvSpPr>
            <a:spLocks noGrp="1"/>
          </p:cNvSpPr>
          <p:nvPr>
            <p:ph type="sldNum" sz="quarter" idx="5"/>
          </p:nvPr>
        </p:nvSpPr>
        <p:spPr/>
        <p:txBody>
          <a:bodyPr/>
          <a:lstStyle/>
          <a:p>
            <a:fld id="{0F24E5BB-E6B0-B84A-ABCD-9A3E9C2D78CB}" type="slidenum">
              <a:rPr lang="en-US" smtClean="0"/>
              <a:t>13</a:t>
            </a:fld>
            <a:endParaRPr lang="en-US"/>
          </a:p>
        </p:txBody>
      </p:sp>
    </p:spTree>
    <p:extLst>
      <p:ext uri="{BB962C8B-B14F-4D97-AF65-F5344CB8AC3E}">
        <p14:creationId xmlns:p14="http://schemas.microsoft.com/office/powerpoint/2010/main" val="281354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21</a:t>
            </a:fld>
            <a:endParaRPr lang="en-US"/>
          </a:p>
        </p:txBody>
      </p:sp>
    </p:spTree>
    <p:extLst>
      <p:ext uri="{BB962C8B-B14F-4D97-AF65-F5344CB8AC3E}">
        <p14:creationId xmlns:p14="http://schemas.microsoft.com/office/powerpoint/2010/main" val="3964191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24</a:t>
            </a:fld>
            <a:endParaRPr lang="en-US"/>
          </a:p>
        </p:txBody>
      </p:sp>
    </p:spTree>
    <p:extLst>
      <p:ext uri="{BB962C8B-B14F-4D97-AF65-F5344CB8AC3E}">
        <p14:creationId xmlns:p14="http://schemas.microsoft.com/office/powerpoint/2010/main" val="1727494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Standar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2559E32-3873-7D45-B9C6-C4F839B303D0}"/>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
        <p:nvSpPr>
          <p:cNvPr id="11" name="Picture Placeholder 2">
            <a:extLst>
              <a:ext uri="{FF2B5EF4-FFF2-40B4-BE49-F238E27FC236}">
                <a16:creationId xmlns:a16="http://schemas.microsoft.com/office/drawing/2014/main" id="{81BC6CA5-FB54-8746-B1B1-0D09602CEAEC}"/>
              </a:ext>
            </a:extLst>
          </p:cNvPr>
          <p:cNvSpPr>
            <a:spLocks noGrp="1"/>
          </p:cNvSpPr>
          <p:nvPr>
            <p:ph type="pic" sz="quarter" idx="13"/>
          </p:nvPr>
        </p:nvSpPr>
        <p:spPr>
          <a:xfrm>
            <a:off x="-1" y="1699336"/>
            <a:ext cx="2452283" cy="4575733"/>
          </a:xfrm>
          <a:prstGeom prst="rect">
            <a:avLst/>
          </a:prstGeom>
        </p:spPr>
        <p:txBody>
          <a:bodyPr/>
          <a:lstStyle>
            <a:lvl1pPr>
              <a:defRPr>
                <a:solidFill>
                  <a:srgbClr val="003560"/>
                </a:solidFill>
                <a:latin typeface="Arial" panose="020B0604020202020204" pitchFamily="34" charset="0"/>
                <a:cs typeface="Arial" panose="020B0604020202020204" pitchFamily="34" charset="0"/>
              </a:defRPr>
            </a:lvl1pPr>
          </a:lstStyle>
          <a:p>
            <a:r>
              <a:rPr lang="en-US"/>
              <a:t>Click icon to add picture</a:t>
            </a:r>
          </a:p>
        </p:txBody>
      </p:sp>
      <p:sp>
        <p:nvSpPr>
          <p:cNvPr id="12" name="Text Placeholder 6">
            <a:extLst>
              <a:ext uri="{FF2B5EF4-FFF2-40B4-BE49-F238E27FC236}">
                <a16:creationId xmlns:a16="http://schemas.microsoft.com/office/drawing/2014/main" id="{1DECEF87-946C-834D-8550-61FE3D91A5E9}"/>
              </a:ext>
            </a:extLst>
          </p:cNvPr>
          <p:cNvSpPr>
            <a:spLocks noGrp="1"/>
          </p:cNvSpPr>
          <p:nvPr>
            <p:ph type="body" sz="quarter" idx="14" hasCustomPrompt="1"/>
          </p:nvPr>
        </p:nvSpPr>
        <p:spPr>
          <a:xfrm>
            <a:off x="2549235" y="1705343"/>
            <a:ext cx="9210963" cy="4526124"/>
          </a:xfrm>
          <a:prstGeom prst="rect">
            <a:avLst/>
          </a:prstGeom>
        </p:spPr>
        <p:txBody>
          <a:bodyPr/>
          <a:lstStyle>
            <a:lvl1pPr>
              <a:defRPr sz="2400">
                <a:solidFill>
                  <a:srgbClr val="003560"/>
                </a:solidFill>
                <a:latin typeface="Arial" panose="020B0604020202020204" pitchFamily="34" charset="0"/>
                <a:cs typeface="Arial" panose="020B0604020202020204" pitchFamily="34" charset="0"/>
              </a:defRPr>
            </a:lvl1pPr>
            <a:lvl2pPr>
              <a:defRPr sz="2400">
                <a:solidFill>
                  <a:srgbClr val="003560"/>
                </a:solidFill>
                <a:latin typeface="Arial" panose="020B0604020202020204" pitchFamily="34" charset="0"/>
                <a:cs typeface="Arial" panose="020B0604020202020204" pitchFamily="34" charset="0"/>
              </a:defRPr>
            </a:lvl2pPr>
            <a:lvl3pPr>
              <a:defRPr sz="2400" b="0">
                <a:solidFill>
                  <a:srgbClr val="003560"/>
                </a:solidFill>
                <a:latin typeface="Arial" panose="020B0604020202020204" pitchFamily="34" charset="0"/>
                <a:cs typeface="Arial" panose="020B0604020202020204" pitchFamily="34" charset="0"/>
              </a:defRPr>
            </a:lvl3pPr>
            <a:lvl4pPr>
              <a:defRPr sz="2400">
                <a:solidFill>
                  <a:srgbClr val="003560"/>
                </a:solidFill>
                <a:latin typeface="Arial" panose="020B0604020202020204" pitchFamily="34" charset="0"/>
                <a:cs typeface="Arial" panose="020B0604020202020204" pitchFamily="34" charset="0"/>
              </a:defRPr>
            </a:lvl4pPr>
            <a:lvl5pPr>
              <a:defRPr sz="2400">
                <a:solidFill>
                  <a:srgbClr val="003560"/>
                </a:solidFill>
                <a:latin typeface="Arial" panose="020B0604020202020204" pitchFamily="34" charset="0"/>
                <a:cs typeface="Arial" panose="020B0604020202020204" pitchFamily="34" charset="0"/>
              </a:defRPr>
            </a:lvl5pPr>
          </a:lstStyle>
          <a:p>
            <a:pPr lvl="0"/>
            <a:r>
              <a:rPr lang="en-GB"/>
              <a:t>Body text Arial 24pt</a:t>
            </a:r>
            <a:endParaRPr lang="en-US"/>
          </a:p>
        </p:txBody>
      </p:sp>
    </p:spTree>
    <p:extLst>
      <p:ext uri="{BB962C8B-B14F-4D97-AF65-F5344CB8AC3E}">
        <p14:creationId xmlns:p14="http://schemas.microsoft.com/office/powerpoint/2010/main" val="2810816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3BB4406-02B4-284F-84C5-A21F22E6BA49}"/>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
        <p:nvSpPr>
          <p:cNvPr id="11" name="Content Placeholder 7">
            <a:extLst>
              <a:ext uri="{FF2B5EF4-FFF2-40B4-BE49-F238E27FC236}">
                <a16:creationId xmlns:a16="http://schemas.microsoft.com/office/drawing/2014/main" id="{5FEA054A-F191-E34B-8C26-BA11F3F0C090}"/>
              </a:ext>
            </a:extLst>
          </p:cNvPr>
          <p:cNvSpPr>
            <a:spLocks noGrp="1"/>
          </p:cNvSpPr>
          <p:nvPr>
            <p:ph sz="quarter" idx="13"/>
          </p:nvPr>
        </p:nvSpPr>
        <p:spPr>
          <a:xfrm>
            <a:off x="285750" y="1627188"/>
            <a:ext cx="11474450" cy="4606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6892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ual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608667"/>
            <a:ext cx="5181600" cy="4568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608667"/>
            <a:ext cx="5181600" cy="4568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itle 1">
            <a:extLst>
              <a:ext uri="{FF2B5EF4-FFF2-40B4-BE49-F238E27FC236}">
                <a16:creationId xmlns:a16="http://schemas.microsoft.com/office/drawing/2014/main" id="{3EE31514-F8EA-5D4E-B45D-65DD78DBE34E}"/>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Tree>
    <p:extLst>
      <p:ext uri="{BB962C8B-B14F-4D97-AF65-F5344CB8AC3E}">
        <p14:creationId xmlns:p14="http://schemas.microsoft.com/office/powerpoint/2010/main" val="3412524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1">
            <a:extLst>
              <a:ext uri="{FF2B5EF4-FFF2-40B4-BE49-F238E27FC236}">
                <a16:creationId xmlns:a16="http://schemas.microsoft.com/office/drawing/2014/main" id="{191D55F9-A3F2-1242-A5F3-5AAACC9DB3AE}"/>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Tree>
    <p:extLst>
      <p:ext uri="{BB962C8B-B14F-4D97-AF65-F5344CB8AC3E}">
        <p14:creationId xmlns:p14="http://schemas.microsoft.com/office/powerpoint/2010/main" val="2249408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0418" y="1657926"/>
            <a:ext cx="6629400" cy="789709"/>
          </a:xfrm>
        </p:spPr>
        <p:txBody>
          <a:bodyPr anchor="t">
            <a:normAutofit/>
          </a:bodyPr>
          <a:lstStyle>
            <a:lvl1pPr algn="l">
              <a:defRPr sz="2800">
                <a:solidFill>
                  <a:schemeClr val="accent1">
                    <a:lumMod val="50000"/>
                  </a:schemeClr>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Subtitle 2"/>
          <p:cNvSpPr>
            <a:spLocks noGrp="1"/>
          </p:cNvSpPr>
          <p:nvPr>
            <p:ph type="subTitle" idx="1"/>
          </p:nvPr>
        </p:nvSpPr>
        <p:spPr>
          <a:xfrm>
            <a:off x="690418" y="3015529"/>
            <a:ext cx="5680364" cy="623598"/>
          </a:xfrm>
        </p:spPr>
        <p:txBody>
          <a:bodyPr>
            <a:normAutofit/>
          </a:bodyPr>
          <a:lstStyle>
            <a:lvl1pPr marL="0" indent="0" algn="l">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184273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97420DD-2415-454D-AA0F-DBDA719CBDF3}"/>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Tree>
    <p:extLst>
      <p:ext uri="{BB962C8B-B14F-4D97-AF65-F5344CB8AC3E}">
        <p14:creationId xmlns:p14="http://schemas.microsoft.com/office/powerpoint/2010/main" val="1101283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ext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2B56C0B-E29B-4842-B417-82BD0105AAEE}"/>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
        <p:nvSpPr>
          <p:cNvPr id="9" name="Text Placeholder 6">
            <a:extLst>
              <a:ext uri="{FF2B5EF4-FFF2-40B4-BE49-F238E27FC236}">
                <a16:creationId xmlns:a16="http://schemas.microsoft.com/office/drawing/2014/main" id="{F41A95EC-0528-8A4C-BE96-445CDE1B347E}"/>
              </a:ext>
            </a:extLst>
          </p:cNvPr>
          <p:cNvSpPr>
            <a:spLocks noGrp="1"/>
          </p:cNvSpPr>
          <p:nvPr>
            <p:ph type="body" sz="quarter" idx="14" hasCustomPrompt="1"/>
          </p:nvPr>
        </p:nvSpPr>
        <p:spPr>
          <a:xfrm>
            <a:off x="273133" y="1705342"/>
            <a:ext cx="11487066" cy="4932963"/>
          </a:xfrm>
          <a:prstGeom prst="rect">
            <a:avLst/>
          </a:prstGeom>
        </p:spPr>
        <p:txBody>
          <a:bodyPr/>
          <a:lstStyle>
            <a:lvl1pPr>
              <a:defRPr sz="2400">
                <a:solidFill>
                  <a:srgbClr val="003560"/>
                </a:solidFill>
                <a:latin typeface="Arial" panose="020B0604020202020204" pitchFamily="34" charset="0"/>
                <a:cs typeface="Arial" panose="020B0604020202020204" pitchFamily="34" charset="0"/>
              </a:defRPr>
            </a:lvl1pPr>
            <a:lvl2pPr>
              <a:defRPr sz="2400">
                <a:solidFill>
                  <a:srgbClr val="003560"/>
                </a:solidFill>
                <a:latin typeface="Arial" panose="020B0604020202020204" pitchFamily="34" charset="0"/>
                <a:cs typeface="Arial" panose="020B0604020202020204" pitchFamily="34" charset="0"/>
              </a:defRPr>
            </a:lvl2pPr>
            <a:lvl3pPr>
              <a:defRPr sz="2400" b="0">
                <a:solidFill>
                  <a:srgbClr val="003560"/>
                </a:solidFill>
                <a:latin typeface="Arial" panose="020B0604020202020204" pitchFamily="34" charset="0"/>
                <a:cs typeface="Arial" panose="020B0604020202020204" pitchFamily="34" charset="0"/>
              </a:defRPr>
            </a:lvl3pPr>
            <a:lvl4pPr>
              <a:defRPr sz="2400">
                <a:solidFill>
                  <a:srgbClr val="003560"/>
                </a:solidFill>
                <a:latin typeface="Arial" panose="020B0604020202020204" pitchFamily="34" charset="0"/>
                <a:cs typeface="Arial" panose="020B0604020202020204" pitchFamily="34" charset="0"/>
              </a:defRPr>
            </a:lvl4pPr>
            <a:lvl5pPr>
              <a:defRPr sz="2400">
                <a:solidFill>
                  <a:srgbClr val="003560"/>
                </a:solidFill>
                <a:latin typeface="Arial" panose="020B0604020202020204" pitchFamily="34" charset="0"/>
                <a:cs typeface="Arial" panose="020B0604020202020204" pitchFamily="34" charset="0"/>
              </a:defRPr>
            </a:lvl5pPr>
          </a:lstStyle>
          <a:p>
            <a:pPr lvl="0"/>
            <a:r>
              <a:rPr lang="en-GB"/>
              <a:t>Body text Arial 24pt</a:t>
            </a:r>
            <a:endParaRPr lang="en-US"/>
          </a:p>
        </p:txBody>
      </p:sp>
    </p:spTree>
    <p:extLst>
      <p:ext uri="{BB962C8B-B14F-4D97-AF65-F5344CB8AC3E}">
        <p14:creationId xmlns:p14="http://schemas.microsoft.com/office/powerpoint/2010/main" val="4281515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41680" y="2123676"/>
            <a:ext cx="4027169" cy="1600200"/>
          </a:xfrm>
        </p:spPr>
        <p:txBody>
          <a:bodyPr anchor="t">
            <a:normAutofit/>
          </a:bodyPr>
          <a:lstStyle>
            <a:lvl1pPr algn="l">
              <a:defRPr sz="2800"/>
            </a:lvl1pPr>
          </a:lstStyle>
          <a:p>
            <a:r>
              <a:rPr lang="en-US"/>
              <a:t>Click to edit Master title style</a:t>
            </a:r>
            <a:endParaRPr lang="en-GB"/>
          </a:p>
        </p:txBody>
      </p:sp>
      <p:sp>
        <p:nvSpPr>
          <p:cNvPr id="4" name="Text Placeholder 3"/>
          <p:cNvSpPr>
            <a:spLocks noGrp="1"/>
          </p:cNvSpPr>
          <p:nvPr>
            <p:ph type="body" sz="half" idx="2"/>
          </p:nvPr>
        </p:nvSpPr>
        <p:spPr>
          <a:xfrm>
            <a:off x="741680" y="3934224"/>
            <a:ext cx="4030345" cy="1934763"/>
          </a:xfrm>
        </p:spPr>
        <p:txBody>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183188" y="987425"/>
            <a:ext cx="6172200" cy="4873625"/>
          </a:xfrm>
        </p:spPr>
        <p:txBody>
          <a:bodyPr/>
          <a:lstStyle>
            <a:lvl1pPr>
              <a:defRPr sz="2400"/>
            </a:lvl1pPr>
            <a:lvl2pPr>
              <a:defRPr sz="2400"/>
            </a:lvl2pPr>
            <a:lvl3pPr>
              <a:defRPr sz="2400"/>
            </a:lvl3pPr>
            <a:lvl4pPr>
              <a:defRPr sz="2400"/>
            </a:lvl4pPr>
            <a:lvl5pPr>
              <a:defRPr sz="2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28039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A65B24-645B-1746-9651-55C209C5E25D}"/>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3810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511800" y="681037"/>
            <a:ext cx="5842000" cy="1009651"/>
          </a:xfrm>
          <a:prstGeom prst="rect">
            <a:avLst/>
          </a:prstGeom>
        </p:spPr>
        <p:txBody>
          <a:bodyPr vert="horz" lIns="91440" tIns="45720" rIns="91440" bIns="45720" rtlCol="0" anchor="t">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624FB1-CB24-4B4C-BFD4-AD276D9A4059}" type="datetimeFigureOut">
              <a:rPr lang="en-GB" smtClean="0"/>
              <a:t>22/03/2026</a:t>
            </a:fld>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19F3F6-C255-4AC5-91C2-3F61B6509B36}" type="slidenum">
              <a:rPr lang="en-GB" smtClean="0"/>
              <a:t>‹#›</a:t>
            </a:fld>
            <a:endParaRPr lang="en-GB"/>
          </a:p>
        </p:txBody>
      </p:sp>
      <p:pic>
        <p:nvPicPr>
          <p:cNvPr id="9" name="Picture 8">
            <a:extLst>
              <a:ext uri="{FF2B5EF4-FFF2-40B4-BE49-F238E27FC236}">
                <a16:creationId xmlns:a16="http://schemas.microsoft.com/office/drawing/2014/main" id="{46262A0F-9E49-6B4D-94F3-647B33A25AE7}"/>
              </a:ext>
              <a:ext uri="{C183D7F6-B498-43B3-948B-1728B52AA6E4}">
                <adec:decorative xmlns:adec="http://schemas.microsoft.com/office/drawing/2017/decorative" val="1"/>
              </a:ext>
            </a:extLst>
          </p:cNvPr>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35699181"/>
      </p:ext>
    </p:extLst>
  </p:cSld>
  <p:clrMap bg1="lt1" tx1="dk1" bg2="lt2" tx2="dk2" accent1="accent1" accent2="accent2" accent3="accent3" accent4="accent4" accent5="accent5" accent6="accent6" hlink="hlink" folHlink="folHlink"/>
  <p:sldLayoutIdLst>
    <p:sldLayoutId id="2147483688" r:id="rId1"/>
    <p:sldLayoutId id="2147483683" r:id="rId2"/>
    <p:sldLayoutId id="2147483652" r:id="rId3"/>
    <p:sldLayoutId id="2147483653" r:id="rId4"/>
    <p:sldLayoutId id="2147483649" r:id="rId5"/>
    <p:sldLayoutId id="2147483654" r:id="rId6"/>
    <p:sldLayoutId id="2147483687" r:id="rId7"/>
    <p:sldLayoutId id="2147483656" r:id="rId8"/>
    <p:sldLayoutId id="2147483684" r:id="rId9"/>
  </p:sldLayoutIdLst>
  <p:txStyles>
    <p:titleStyle>
      <a:lvl1pPr algn="r" defTabSz="914400" rtl="0" eaLnBrk="1" latinLnBrk="0" hangingPunct="1">
        <a:lnSpc>
          <a:spcPct val="90000"/>
        </a:lnSpc>
        <a:spcBef>
          <a:spcPct val="0"/>
        </a:spcBef>
        <a:buNone/>
        <a:defRPr sz="2800" b="1" kern="1200">
          <a:solidFill>
            <a:schemeClr val="accent1">
              <a:lumMod val="50000"/>
            </a:schemeClr>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gif"/><Relationship Id="rId3" Type="http://schemas.openxmlformats.org/officeDocument/2006/relationships/image" Target="../media/image10.gif"/><Relationship Id="rId4" Type="http://schemas.openxmlformats.org/officeDocument/2006/relationships/image" Target="../media/image11.gif"/><Relationship Id="rId5" Type="http://schemas.openxmlformats.org/officeDocument/2006/relationships/image" Target="../media/image12.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gif"/><Relationship Id="rId4" Type="http://schemas.openxmlformats.org/officeDocument/2006/relationships/image" Target="../media/image10.gif"/><Relationship Id="rId5" Type="http://schemas.openxmlformats.org/officeDocument/2006/relationships/image" Target="../media/image14.png"/><Relationship Id="rId6"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Gilbert Scott Building">
            <a:extLst>
              <a:ext uri="{FF2B5EF4-FFF2-40B4-BE49-F238E27FC236}">
                <a16:creationId xmlns:a16="http://schemas.microsoft.com/office/drawing/2014/main" id="{DD87B83F-24FA-95CA-9C34-13BA695718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690417" y="1657926"/>
            <a:ext cx="7571839" cy="1205017"/>
          </a:xfrm>
        </p:spPr>
        <p:txBody>
          <a:bodyPr>
            <a:normAutofit/>
          </a:bodyPr>
          <a:lstStyle/>
          <a:p>
            <a:r>
              <a:rPr lang="en-IE" noProof="0">
                <a:solidFill>
                  <a:schemeClr val="tx1"/>
                </a:solidFill>
              </a:rPr>
              <a:t>Robotics TDP: Team 1 Final Presentation</a:t>
            </a:r>
          </a:p>
        </p:txBody>
      </p:sp>
    </p:spTree>
    <p:extLst>
      <p:ext uri="{BB962C8B-B14F-4D97-AF65-F5344CB8AC3E}">
        <p14:creationId xmlns:p14="http://schemas.microsoft.com/office/powerpoint/2010/main" val="4244171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5C3B3-3558-DBF1-434D-506CD6EBEF6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79F5A37-04A5-79DE-9B8C-E2048616D79D}"/>
              </a:ext>
            </a:extLst>
          </p:cNvPr>
          <p:cNvSpPr>
            <a:spLocks noGrp="1"/>
          </p:cNvSpPr>
          <p:nvPr>
            <p:ph type="title"/>
          </p:nvPr>
        </p:nvSpPr>
        <p:spPr>
          <a:xfrm>
            <a:off x="2549236" y="533614"/>
            <a:ext cx="9210963" cy="888786"/>
          </a:xfrm>
        </p:spPr>
        <p:txBody>
          <a:bodyPr/>
          <a:lstStyle/>
          <a:p>
            <a:r>
              <a:rPr lang="en-IE" noProof="0">
                <a:solidFill>
                  <a:schemeClr val="tx1"/>
                </a:solidFill>
                <a:latin typeface="Arial"/>
                <a:cs typeface="Arial"/>
              </a:rPr>
              <a:t>General Guidelines</a:t>
            </a:r>
            <a:endParaRPr lang="en-IE" noProof="0">
              <a:solidFill>
                <a:schemeClr val="tx1"/>
              </a:solidFill>
            </a:endParaRPr>
          </a:p>
        </p:txBody>
      </p:sp>
      <p:sp>
        <p:nvSpPr>
          <p:cNvPr id="3" name="Content Placeholder 2">
            <a:extLst>
              <a:ext uri="{FF2B5EF4-FFF2-40B4-BE49-F238E27FC236}">
                <a16:creationId xmlns:a16="http://schemas.microsoft.com/office/drawing/2014/main" id="{5591332F-AA47-721E-11E4-47662ABE8E09}"/>
              </a:ext>
            </a:extLst>
          </p:cNvPr>
          <p:cNvSpPr>
            <a:spLocks noGrp="1"/>
          </p:cNvSpPr>
          <p:nvPr>
            <p:ph sz="half" idx="1"/>
          </p:nvPr>
        </p:nvSpPr>
        <p:spPr>
          <a:xfrm>
            <a:off x="838200" y="1608667"/>
            <a:ext cx="10793895" cy="2371540"/>
          </a:xfrm>
        </p:spPr>
        <p:txBody>
          <a:bodyPr vert="horz" lIns="91440" tIns="45720" rIns="91440" bIns="45720" rtlCol="0" anchor="t">
            <a:normAutofit/>
          </a:bodyPr>
          <a:lstStyle/>
          <a:p>
            <a:r>
              <a:rPr lang="en-IE" noProof="0">
                <a:solidFill>
                  <a:schemeClr val="tx1"/>
                </a:solidFill>
                <a:latin typeface="Arial"/>
                <a:cs typeface="Arial"/>
              </a:rPr>
              <a:t>Should aim for ~20 slides total. You should be able to present your slides in 2.5 mins</a:t>
            </a:r>
          </a:p>
          <a:p>
            <a:r>
              <a:rPr lang="en-IE" noProof="0">
                <a:solidFill>
                  <a:schemeClr val="tx1"/>
                </a:solidFill>
                <a:latin typeface="Arial"/>
                <a:cs typeface="Arial"/>
              </a:rPr>
              <a:t>Font size = 20</a:t>
            </a:r>
          </a:p>
          <a:p>
            <a:r>
              <a:rPr lang="en-IE" noProof="0">
                <a:solidFill>
                  <a:schemeClr val="tx1"/>
                </a:solidFill>
                <a:latin typeface="Arial"/>
                <a:cs typeface="Arial"/>
              </a:rPr>
              <a:t>Use bullet points and avoid long paragraphs</a:t>
            </a:r>
          </a:p>
          <a:p>
            <a:r>
              <a:rPr lang="en-IE" noProof="0">
                <a:solidFill>
                  <a:schemeClr val="tx1"/>
                </a:solidFill>
                <a:latin typeface="Arial"/>
                <a:cs typeface="Arial"/>
              </a:rPr>
              <a:t>Marking scheme is on right</a:t>
            </a:r>
            <a:endParaRPr lang="en-IE" noProof="0">
              <a:solidFill>
                <a:schemeClr val="tx1"/>
              </a:solidFill>
            </a:endParaRPr>
          </a:p>
          <a:p>
            <a:endParaRPr lang="en-IE" noProof="0">
              <a:solidFill>
                <a:schemeClr val="tx1"/>
              </a:solidFill>
            </a:endParaRPr>
          </a:p>
        </p:txBody>
      </p:sp>
      <p:pic>
        <p:nvPicPr>
          <p:cNvPr id="2" name="Picture 1" descr="A table of text on a white surface&#10;&#10;AI-generated content may be incorrect.">
            <a:extLst>
              <a:ext uri="{FF2B5EF4-FFF2-40B4-BE49-F238E27FC236}">
                <a16:creationId xmlns:a16="http://schemas.microsoft.com/office/drawing/2014/main" id="{975164B2-E6E4-C4D7-A52D-F7DA582E8184}"/>
              </a:ext>
            </a:extLst>
          </p:cNvPr>
          <p:cNvPicPr>
            <a:picLocks noChangeAspect="1"/>
          </p:cNvPicPr>
          <p:nvPr/>
        </p:nvPicPr>
        <p:blipFill>
          <a:blip r:embed="rId2"/>
          <a:stretch>
            <a:fillRect/>
          </a:stretch>
        </p:blipFill>
        <p:spPr>
          <a:xfrm>
            <a:off x="6651972" y="3426308"/>
            <a:ext cx="5487641" cy="3517210"/>
          </a:xfrm>
          <a:prstGeom prst="rect">
            <a:avLst/>
          </a:prstGeom>
        </p:spPr>
      </p:pic>
      <p:sp>
        <p:nvSpPr>
          <p:cNvPr id="7" name="Content Placeholder 2">
            <a:extLst>
              <a:ext uri="{FF2B5EF4-FFF2-40B4-BE49-F238E27FC236}">
                <a16:creationId xmlns:a16="http://schemas.microsoft.com/office/drawing/2014/main" id="{1B7D371F-DDB4-D1E1-5830-30D8E95ED04D}"/>
              </a:ext>
            </a:extLst>
          </p:cNvPr>
          <p:cNvSpPr txBox="1">
            <a:spLocks/>
          </p:cNvSpPr>
          <p:nvPr/>
        </p:nvSpPr>
        <p:spPr>
          <a:xfrm>
            <a:off x="839572" y="3896041"/>
            <a:ext cx="5109788" cy="238526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noProof="0">
                <a:solidFill>
                  <a:schemeClr val="tx1"/>
                </a:solidFill>
                <a:latin typeface="Arial"/>
                <a:cs typeface="Arial"/>
              </a:rPr>
              <a:t>In particular note:</a:t>
            </a:r>
            <a:endParaRPr lang="en-IE" noProof="0">
              <a:solidFill>
                <a:schemeClr val="tx1"/>
              </a:solidFill>
            </a:endParaRPr>
          </a:p>
          <a:p>
            <a:pPr lvl="1">
              <a:buFont typeface="Courier New" panose="020B0604020202020204" pitchFamily="34" charset="0"/>
              <a:buChar char="o"/>
            </a:pPr>
            <a:r>
              <a:rPr lang="en-IE" noProof="0">
                <a:solidFill>
                  <a:schemeClr val="tx1"/>
                </a:solidFill>
                <a:latin typeface="Arial"/>
                <a:cs typeface="Arial"/>
              </a:rPr>
              <a:t>"Clear slides. Simple design, large enough font, not too much material on slides"</a:t>
            </a:r>
            <a:endParaRPr lang="en-IE" noProof="0">
              <a:solidFill>
                <a:schemeClr val="tx1"/>
              </a:solidFill>
            </a:endParaRPr>
          </a:p>
          <a:p>
            <a:pPr lvl="1">
              <a:buFont typeface="Courier New" panose="020B0604020202020204" pitchFamily="34" charset="0"/>
              <a:buChar char="o"/>
            </a:pPr>
            <a:r>
              <a:rPr lang="en-IE" noProof="0">
                <a:solidFill>
                  <a:schemeClr val="tx1"/>
                </a:solidFill>
                <a:latin typeface="Arial"/>
                <a:cs typeface="Arial"/>
              </a:rPr>
              <a:t>80% of marks on non-technical work.</a:t>
            </a:r>
            <a:endParaRPr lang="en-IE" noProof="0">
              <a:solidFill>
                <a:schemeClr val="tx1"/>
              </a:solidFill>
            </a:endParaRPr>
          </a:p>
          <a:p>
            <a:endParaRPr lang="en-IE" noProof="0">
              <a:solidFill>
                <a:schemeClr val="tx1"/>
              </a:solidFill>
            </a:endParaRPr>
          </a:p>
        </p:txBody>
      </p:sp>
    </p:spTree>
    <p:extLst>
      <p:ext uri="{BB962C8B-B14F-4D97-AF65-F5344CB8AC3E}">
        <p14:creationId xmlns:p14="http://schemas.microsoft.com/office/powerpoint/2010/main" val="1957533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98D2E-A888-2C10-DB12-1D52AB6711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5BF3FE-33CC-9B6C-3139-7364DDAAF3A6}"/>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latin typeface="Arial"/>
                <a:cs typeface="Arial"/>
              </a:rPr>
              <a:t>Introduction</a:t>
            </a:r>
            <a:endParaRPr lang="en-IE" sz="4800" noProof="0">
              <a:solidFill>
                <a:schemeClr val="tx1"/>
              </a:solidFill>
            </a:endParaRPr>
          </a:p>
        </p:txBody>
      </p:sp>
    </p:spTree>
    <p:extLst>
      <p:ext uri="{BB962C8B-B14F-4D97-AF65-F5344CB8AC3E}">
        <p14:creationId xmlns:p14="http://schemas.microsoft.com/office/powerpoint/2010/main" val="1348257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D6D11-8D2E-DA4D-98A2-908011AD76C4}"/>
              </a:ext>
            </a:extLst>
          </p:cNvPr>
          <p:cNvSpPr>
            <a:spLocks noGrp="1"/>
          </p:cNvSpPr>
          <p:nvPr>
            <p:ph type="title"/>
          </p:nvPr>
        </p:nvSpPr>
        <p:spPr>
          <a:xfrm>
            <a:off x="2642593" y="345721"/>
            <a:ext cx="6927669" cy="859684"/>
          </a:xfrm>
        </p:spPr>
        <p:txBody>
          <a:bodyPr anchor="ctr">
            <a:normAutofit/>
          </a:bodyPr>
          <a:lstStyle/>
          <a:p>
            <a:r>
              <a:rPr lang="en-IE" noProof="0">
                <a:solidFill>
                  <a:schemeClr val="tx1"/>
                </a:solidFill>
              </a:rPr>
              <a:t>Introduction: Presentation Structure</a:t>
            </a:r>
          </a:p>
        </p:txBody>
      </p:sp>
      <p:pic>
        <p:nvPicPr>
          <p:cNvPr id="5" name="welcome">
            <a:hlinkClick r:id="" action="ppaction://media"/>
            <a:extLst>
              <a:ext uri="{FF2B5EF4-FFF2-40B4-BE49-F238E27FC236}">
                <a16:creationId xmlns:a16="http://schemas.microsoft.com/office/drawing/2014/main" id="{1ADD7D22-148C-F45A-08DF-939B467EF26D}"/>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26414" r="20973" b="5057"/>
          <a:stretch>
            <a:fillRect/>
          </a:stretch>
        </p:blipFill>
        <p:spPr>
          <a:xfrm>
            <a:off x="7975218" y="1450315"/>
            <a:ext cx="3740102" cy="5061964"/>
          </a:xfrm>
          <a:prstGeom prst="rect">
            <a:avLst/>
          </a:prstGeom>
        </p:spPr>
      </p:pic>
      <p:sp>
        <p:nvSpPr>
          <p:cNvPr id="6" name="Content Placeholder 2">
            <a:extLst>
              <a:ext uri="{FF2B5EF4-FFF2-40B4-BE49-F238E27FC236}">
                <a16:creationId xmlns:a16="http://schemas.microsoft.com/office/drawing/2014/main" id="{01DF7729-9D8C-8F8E-3CCA-39FB0CE3AE46}"/>
              </a:ext>
            </a:extLst>
          </p:cNvPr>
          <p:cNvSpPr txBox="1">
            <a:spLocks/>
          </p:cNvSpPr>
          <p:nvPr/>
        </p:nvSpPr>
        <p:spPr>
          <a:xfrm>
            <a:off x="115930" y="1580289"/>
            <a:ext cx="6513811" cy="4766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noProof="0">
                <a:solidFill>
                  <a:schemeClr val="tx1"/>
                </a:solidFill>
                <a:latin typeface="Arial"/>
                <a:cs typeface="Arial"/>
              </a:rPr>
              <a:t>Presenting today:</a:t>
            </a:r>
          </a:p>
          <a:p>
            <a:pPr marL="0" indent="0">
              <a:buFont typeface="Arial" panose="020B0604020202020204" pitchFamily="34" charset="0"/>
              <a:buNone/>
            </a:pPr>
            <a:endParaRPr lang="en-IE" noProof="0">
              <a:solidFill>
                <a:schemeClr val="tx1"/>
              </a:solidFill>
              <a:latin typeface="Arial"/>
              <a:cs typeface="Arial"/>
            </a:endParaRPr>
          </a:p>
        </p:txBody>
      </p:sp>
      <p:sp>
        <p:nvSpPr>
          <p:cNvPr id="7" name="Content Placeholder 2">
            <a:extLst>
              <a:ext uri="{FF2B5EF4-FFF2-40B4-BE49-F238E27FC236}">
                <a16:creationId xmlns:a16="http://schemas.microsoft.com/office/drawing/2014/main" id="{3CCF8B89-28EA-4BD4-0FFA-A9BFEBB15D91}"/>
              </a:ext>
            </a:extLst>
          </p:cNvPr>
          <p:cNvSpPr txBox="1">
            <a:spLocks/>
          </p:cNvSpPr>
          <p:nvPr/>
        </p:nvSpPr>
        <p:spPr>
          <a:xfrm>
            <a:off x="115931" y="2185801"/>
            <a:ext cx="7630343" cy="4766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1. Introduction </a:t>
            </a:r>
            <a:r>
              <a:rPr lang="en-IE" noProof="0">
                <a:solidFill>
                  <a:schemeClr val="tx1"/>
                </a:solidFill>
                <a:latin typeface="Arial"/>
                <a:cs typeface="Arial"/>
              </a:rPr>
              <a:t>– Ciarán Breen (Project Manager)</a:t>
            </a:r>
          </a:p>
          <a:p>
            <a:pPr marL="0" indent="0">
              <a:buFont typeface="Arial" panose="020B0604020202020204" pitchFamily="34" charset="0"/>
              <a:buNone/>
            </a:pPr>
            <a:endParaRPr lang="en-IE" noProof="0">
              <a:solidFill>
                <a:schemeClr val="tx1"/>
              </a:solidFill>
              <a:latin typeface="Arial"/>
              <a:cs typeface="Arial"/>
            </a:endParaRPr>
          </a:p>
        </p:txBody>
      </p:sp>
      <p:sp>
        <p:nvSpPr>
          <p:cNvPr id="8" name="Content Placeholder 2">
            <a:extLst>
              <a:ext uri="{FF2B5EF4-FFF2-40B4-BE49-F238E27FC236}">
                <a16:creationId xmlns:a16="http://schemas.microsoft.com/office/drawing/2014/main" id="{42CA914D-D434-71D6-48AB-080AD9E94990}"/>
              </a:ext>
            </a:extLst>
          </p:cNvPr>
          <p:cNvSpPr txBox="1">
            <a:spLocks/>
          </p:cNvSpPr>
          <p:nvPr/>
        </p:nvSpPr>
        <p:spPr>
          <a:xfrm>
            <a:off x="115931" y="2850372"/>
            <a:ext cx="7630343" cy="141149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2. Methodology</a:t>
            </a:r>
          </a:p>
          <a:p>
            <a:pPr marL="0" indent="0">
              <a:buNone/>
            </a:pPr>
            <a:r>
              <a:rPr lang="en-IE" noProof="0">
                <a:solidFill>
                  <a:schemeClr val="tx1"/>
                </a:solidFill>
                <a:latin typeface="Arial"/>
                <a:cs typeface="Arial"/>
              </a:rPr>
              <a:t>	3D – Jie Shu (WP 2 Lead)</a:t>
            </a:r>
          </a:p>
          <a:p>
            <a:pPr marL="0" indent="0">
              <a:buNone/>
            </a:pPr>
            <a:r>
              <a:rPr lang="en-IE" noProof="0">
                <a:solidFill>
                  <a:schemeClr val="tx1"/>
                </a:solidFill>
                <a:latin typeface="Arial"/>
                <a:cs typeface="Arial"/>
              </a:rPr>
              <a:t>	2D – </a:t>
            </a:r>
            <a:r>
              <a:rPr lang="en-IE" noProof="0" err="1">
                <a:solidFill>
                  <a:schemeClr val="tx1"/>
                </a:solidFill>
                <a:latin typeface="Arial"/>
                <a:cs typeface="Arial"/>
              </a:rPr>
              <a:t>Chengjie</a:t>
            </a:r>
            <a:r>
              <a:rPr lang="en-IE" noProof="0">
                <a:solidFill>
                  <a:schemeClr val="tx1"/>
                </a:solidFill>
                <a:latin typeface="Arial"/>
                <a:cs typeface="Arial"/>
              </a:rPr>
              <a:t> Hao (WP 5 Lead)</a:t>
            </a:r>
          </a:p>
          <a:p>
            <a:pPr marL="0" indent="0">
              <a:buFont typeface="Arial" panose="020B0604020202020204" pitchFamily="34" charset="0"/>
              <a:buNone/>
            </a:pPr>
            <a:endParaRPr lang="en-IE" noProof="0">
              <a:solidFill>
                <a:schemeClr val="tx1"/>
              </a:solidFill>
              <a:latin typeface="Arial"/>
              <a:cs typeface="Arial"/>
            </a:endParaRPr>
          </a:p>
        </p:txBody>
      </p:sp>
      <p:sp>
        <p:nvSpPr>
          <p:cNvPr id="10" name="Content Placeholder 2">
            <a:extLst>
              <a:ext uri="{FF2B5EF4-FFF2-40B4-BE49-F238E27FC236}">
                <a16:creationId xmlns:a16="http://schemas.microsoft.com/office/drawing/2014/main" id="{DABC31AB-7CE3-618B-FB3D-79F63BFAD9FD}"/>
              </a:ext>
            </a:extLst>
          </p:cNvPr>
          <p:cNvSpPr txBox="1">
            <a:spLocks/>
          </p:cNvSpPr>
          <p:nvPr/>
        </p:nvSpPr>
        <p:spPr>
          <a:xfrm>
            <a:off x="93242" y="4449815"/>
            <a:ext cx="7813224" cy="4766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3. Results and Analysis </a:t>
            </a:r>
            <a:r>
              <a:rPr lang="en-IE" noProof="0">
                <a:solidFill>
                  <a:schemeClr val="tx1"/>
                </a:solidFill>
                <a:latin typeface="Arial"/>
                <a:cs typeface="Arial"/>
              </a:rPr>
              <a:t>– Bonolo </a:t>
            </a:r>
            <a:r>
              <a:rPr lang="en-IE" noProof="0" err="1">
                <a:solidFill>
                  <a:schemeClr val="tx1"/>
                </a:solidFill>
                <a:latin typeface="Arial"/>
                <a:cs typeface="Arial"/>
              </a:rPr>
              <a:t>Masima</a:t>
            </a:r>
            <a:r>
              <a:rPr lang="en-IE" noProof="0">
                <a:solidFill>
                  <a:schemeClr val="tx1"/>
                </a:solidFill>
                <a:latin typeface="Arial"/>
                <a:cs typeface="Arial"/>
              </a:rPr>
              <a:t> (WP 3 Lead)</a:t>
            </a:r>
          </a:p>
        </p:txBody>
      </p:sp>
      <p:sp>
        <p:nvSpPr>
          <p:cNvPr id="11" name="Content Placeholder 2">
            <a:extLst>
              <a:ext uri="{FF2B5EF4-FFF2-40B4-BE49-F238E27FC236}">
                <a16:creationId xmlns:a16="http://schemas.microsoft.com/office/drawing/2014/main" id="{B3601CB6-B976-07B1-3B57-5DACD59E7C99}"/>
              </a:ext>
            </a:extLst>
          </p:cNvPr>
          <p:cNvSpPr txBox="1">
            <a:spLocks/>
          </p:cNvSpPr>
          <p:nvPr/>
        </p:nvSpPr>
        <p:spPr>
          <a:xfrm>
            <a:off x="115930" y="5114386"/>
            <a:ext cx="7630344" cy="47662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4. Team Performance </a:t>
            </a:r>
            <a:r>
              <a:rPr lang="en-IE" noProof="0">
                <a:solidFill>
                  <a:schemeClr val="tx1"/>
                </a:solidFill>
                <a:latin typeface="Arial"/>
                <a:cs typeface="Arial"/>
              </a:rPr>
              <a:t>– Wang </a:t>
            </a:r>
            <a:r>
              <a:rPr lang="en-IE" noProof="0" err="1">
                <a:solidFill>
                  <a:schemeClr val="tx1"/>
                </a:solidFill>
                <a:latin typeface="Arial"/>
                <a:cs typeface="Arial"/>
              </a:rPr>
              <a:t>Jinghao</a:t>
            </a:r>
            <a:r>
              <a:rPr lang="en-IE" noProof="0">
                <a:solidFill>
                  <a:schemeClr val="tx1"/>
                </a:solidFill>
                <a:latin typeface="Arial"/>
                <a:cs typeface="Arial"/>
              </a:rPr>
              <a:t> (WP6 Lead)</a:t>
            </a:r>
          </a:p>
          <a:p>
            <a:pPr marL="0" indent="0">
              <a:buFont typeface="Arial" panose="020B0604020202020204" pitchFamily="34" charset="0"/>
              <a:buNone/>
            </a:pPr>
            <a:endParaRPr lang="en-IE" noProof="0">
              <a:solidFill>
                <a:schemeClr val="tx1"/>
              </a:solidFill>
              <a:latin typeface="Arial"/>
              <a:cs typeface="Arial"/>
            </a:endParaRPr>
          </a:p>
        </p:txBody>
      </p:sp>
      <p:sp>
        <p:nvSpPr>
          <p:cNvPr id="12" name="Content Placeholder 2">
            <a:extLst>
              <a:ext uri="{FF2B5EF4-FFF2-40B4-BE49-F238E27FC236}">
                <a16:creationId xmlns:a16="http://schemas.microsoft.com/office/drawing/2014/main" id="{EF8FC743-9358-60E0-1931-ECC6628EA386}"/>
              </a:ext>
            </a:extLst>
          </p:cNvPr>
          <p:cNvSpPr txBox="1">
            <a:spLocks/>
          </p:cNvSpPr>
          <p:nvPr/>
        </p:nvSpPr>
        <p:spPr>
          <a:xfrm>
            <a:off x="93242" y="5778958"/>
            <a:ext cx="7767504" cy="4766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5. Conclusions  </a:t>
            </a:r>
            <a:r>
              <a:rPr lang="en-IE" noProof="0">
                <a:solidFill>
                  <a:schemeClr val="tx1"/>
                </a:solidFill>
                <a:latin typeface="Arial"/>
                <a:cs typeface="Arial"/>
              </a:rPr>
              <a:t>– Wang </a:t>
            </a:r>
            <a:r>
              <a:rPr lang="en-IE" noProof="0" err="1">
                <a:solidFill>
                  <a:schemeClr val="tx1"/>
                </a:solidFill>
                <a:latin typeface="Arial"/>
                <a:cs typeface="Arial"/>
              </a:rPr>
              <a:t>Zefu</a:t>
            </a:r>
            <a:r>
              <a:rPr lang="en-IE" noProof="0">
                <a:solidFill>
                  <a:schemeClr val="tx1"/>
                </a:solidFill>
                <a:latin typeface="Arial"/>
                <a:cs typeface="Arial"/>
              </a:rPr>
              <a:t> (WP 4 Lead)</a:t>
            </a:r>
          </a:p>
          <a:p>
            <a:pPr marL="0" indent="0">
              <a:buFont typeface="Arial" panose="020B0604020202020204" pitchFamily="34" charset="0"/>
              <a:buNone/>
            </a:pPr>
            <a:endParaRPr lang="en-IE" noProof="0">
              <a:solidFill>
                <a:schemeClr val="tx1"/>
              </a:solidFill>
              <a:latin typeface="Arial"/>
              <a:cs typeface="Arial"/>
            </a:endParaRPr>
          </a:p>
        </p:txBody>
      </p:sp>
    </p:spTree>
    <p:extLst>
      <p:ext uri="{BB962C8B-B14F-4D97-AF65-F5344CB8AC3E}">
        <p14:creationId xmlns:p14="http://schemas.microsoft.com/office/powerpoint/2010/main" val="1097243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80"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7" repeatCount="indefinite" fill="hold" display="0">
                  <p:stCondLst>
                    <p:cond delay="indefinite"/>
                  </p:stCondLst>
                </p:cTn>
                <p:tgtEl>
                  <p:spTgt spid="5"/>
                </p:tgtEl>
              </p:cMediaNode>
            </p:video>
            <p:seq concurrent="1" nextAc="seek">
              <p:cTn id="28" restart="whenNotActive" fill="hold" evtFilter="cancelBubble" nodeType="interactiveSeq">
                <p:stCondLst>
                  <p:cond evt="onClick" delay="0">
                    <p:tgtEl>
                      <p:spTgt spid="5"/>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5"/>
                                        </p:tgtEl>
                                      </p:cBhvr>
                                    </p:cmd>
                                  </p:childTnLst>
                                </p:cTn>
                              </p:par>
                            </p:childTnLst>
                          </p:cTn>
                        </p:par>
                      </p:childTnLst>
                    </p:cTn>
                  </p:par>
                </p:childTnLst>
              </p:cTn>
              <p:nextCondLst>
                <p:cond evt="onClick" delay="0">
                  <p:tgtEl>
                    <p:spTgt spid="5"/>
                  </p:tgtEl>
                </p:cond>
              </p:nextCondLst>
            </p:seq>
          </p:childTnLst>
        </p:cTn>
      </p:par>
    </p:tnLst>
    <p:bldLst>
      <p:bldP spid="7" grpId="0"/>
      <p:bldP spid="8" grpId="0"/>
      <p:bldP spid="10"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3C42E-E6CD-D3D0-0874-455ADD080BA5}"/>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18BBD876-F90A-5FA5-CA77-8084BA589379}"/>
              </a:ext>
            </a:extLst>
          </p:cNvPr>
          <p:cNvPicPr>
            <a:picLocks noChangeAspect="1"/>
          </p:cNvPicPr>
          <p:nvPr/>
        </p:nvPicPr>
        <p:blipFill>
          <a:blip r:embed="rId2"/>
          <a:stretch>
            <a:fillRect/>
          </a:stretch>
        </p:blipFill>
        <p:spPr>
          <a:xfrm>
            <a:off x="8544590" y="185934"/>
            <a:ext cx="3647410" cy="3998821"/>
          </a:xfrm>
          <a:prstGeom prst="rect">
            <a:avLst/>
          </a:prstGeom>
        </p:spPr>
      </p:pic>
      <p:sp>
        <p:nvSpPr>
          <p:cNvPr id="2" name="Title 1">
            <a:extLst>
              <a:ext uri="{FF2B5EF4-FFF2-40B4-BE49-F238E27FC236}">
                <a16:creationId xmlns:a16="http://schemas.microsoft.com/office/drawing/2014/main" id="{69D12706-08A8-15F2-DC56-EC124FDDA939}"/>
              </a:ext>
            </a:extLst>
          </p:cNvPr>
          <p:cNvSpPr>
            <a:spLocks noGrp="1"/>
          </p:cNvSpPr>
          <p:nvPr>
            <p:ph type="title"/>
          </p:nvPr>
        </p:nvSpPr>
        <p:spPr>
          <a:xfrm>
            <a:off x="2642594" y="345721"/>
            <a:ext cx="6250794" cy="859684"/>
          </a:xfrm>
        </p:spPr>
        <p:txBody>
          <a:bodyPr anchor="ctr">
            <a:normAutofit/>
          </a:bodyPr>
          <a:lstStyle/>
          <a:p>
            <a:r>
              <a:rPr lang="en-IE" noProof="0">
                <a:solidFill>
                  <a:schemeClr val="tx1"/>
                </a:solidFill>
              </a:rPr>
              <a:t>Introduction: Project Requirements</a:t>
            </a:r>
          </a:p>
        </p:txBody>
      </p:sp>
      <p:sp>
        <p:nvSpPr>
          <p:cNvPr id="6" name="Content Placeholder 2">
            <a:extLst>
              <a:ext uri="{FF2B5EF4-FFF2-40B4-BE49-F238E27FC236}">
                <a16:creationId xmlns:a16="http://schemas.microsoft.com/office/drawing/2014/main" id="{5BA75087-10C7-AFB7-83B3-7856D81C8C3F}"/>
              </a:ext>
            </a:extLst>
          </p:cNvPr>
          <p:cNvSpPr txBox="1">
            <a:spLocks/>
          </p:cNvSpPr>
          <p:nvPr/>
        </p:nvSpPr>
        <p:spPr>
          <a:xfrm>
            <a:off x="115930" y="1580288"/>
            <a:ext cx="8133990" cy="499239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sz="2000" b="1" noProof="0">
                <a:solidFill>
                  <a:schemeClr val="tx1"/>
                </a:solidFill>
                <a:latin typeface="Arial"/>
                <a:cs typeface="Arial"/>
              </a:rPr>
              <a:t>Project Goal:</a:t>
            </a:r>
          </a:p>
          <a:p>
            <a:pPr marL="457200" indent="-457200">
              <a:buFont typeface="+mj-lt"/>
              <a:buAutoNum type="arabicPeriod"/>
            </a:pPr>
            <a:r>
              <a:rPr lang="en-IE" sz="2000" noProof="0">
                <a:solidFill>
                  <a:schemeClr val="tx1"/>
                </a:solidFill>
                <a:latin typeface="Arial"/>
                <a:cs typeface="Arial"/>
              </a:rPr>
              <a:t>Develop a simulation of 2 </a:t>
            </a:r>
            <a:r>
              <a:rPr lang="en-IE" sz="2000" noProof="0" err="1">
                <a:solidFill>
                  <a:schemeClr val="tx1"/>
                </a:solidFill>
                <a:latin typeface="Arial"/>
                <a:cs typeface="Arial"/>
              </a:rPr>
              <a:t>Robocup</a:t>
            </a:r>
            <a:r>
              <a:rPr lang="en-IE" sz="2000" noProof="0">
                <a:solidFill>
                  <a:schemeClr val="tx1"/>
                </a:solidFill>
                <a:latin typeface="Arial"/>
                <a:cs typeface="Arial"/>
              </a:rPr>
              <a:t> teams and their playing environment, and use this simulation to design, develop, and optimise the behavioural algorithms for those teams</a:t>
            </a:r>
          </a:p>
          <a:p>
            <a:pPr marL="457200" indent="-457200">
              <a:buFont typeface="+mj-lt"/>
              <a:buAutoNum type="arabicPeriod"/>
            </a:pPr>
            <a:r>
              <a:rPr lang="en-IE" sz="2000" noProof="0">
                <a:solidFill>
                  <a:schemeClr val="tx1"/>
                </a:solidFill>
                <a:latin typeface="Arial"/>
                <a:cs typeface="Arial"/>
              </a:rPr>
              <a:t>Test the optimised behavioural algorithms we developed on hardware.</a:t>
            </a:r>
          </a:p>
          <a:p>
            <a:pPr marL="0" indent="0">
              <a:buNone/>
            </a:pPr>
            <a:endParaRPr lang="en-IE" sz="2000" noProof="0">
              <a:solidFill>
                <a:schemeClr val="tx1"/>
              </a:solidFill>
              <a:latin typeface="Arial"/>
              <a:cs typeface="Arial"/>
            </a:endParaRPr>
          </a:p>
          <a:p>
            <a:pPr marL="0" indent="0">
              <a:buFont typeface="Arial" panose="020B0604020202020204" pitchFamily="34" charset="0"/>
              <a:buNone/>
            </a:pPr>
            <a:r>
              <a:rPr lang="en-IE" sz="2000" b="1" noProof="0">
                <a:solidFill>
                  <a:schemeClr val="tx1"/>
                </a:solidFill>
                <a:latin typeface="Arial"/>
                <a:cs typeface="Arial"/>
              </a:rPr>
              <a:t>Requirements Summary: </a:t>
            </a:r>
          </a:p>
          <a:p>
            <a:r>
              <a:rPr lang="en-IE" sz="2000" noProof="0">
                <a:solidFill>
                  <a:schemeClr val="tx1"/>
                </a:solidFill>
                <a:latin typeface="Arial"/>
                <a:cs typeface="Arial"/>
              </a:rPr>
              <a:t>2 teams of 4 NAO6 robots each with 3 behaviours: Goalkeeper, Defender, Striker</a:t>
            </a:r>
          </a:p>
          <a:p>
            <a:r>
              <a:rPr lang="en-IE" sz="2000" noProof="0">
                <a:solidFill>
                  <a:schemeClr val="tx1"/>
                </a:solidFill>
                <a:latin typeface="Arial"/>
                <a:cs typeface="Arial"/>
              </a:rPr>
              <a:t>Follow the general rules of soccer as outlined by RoboCup</a:t>
            </a:r>
          </a:p>
          <a:p>
            <a:r>
              <a:rPr lang="en-IE" sz="2000" noProof="0">
                <a:solidFill>
                  <a:schemeClr val="tx1"/>
                </a:solidFill>
                <a:latin typeface="Arial"/>
                <a:cs typeface="Arial"/>
              </a:rPr>
              <a:t>Totally autonomous with ability to react to state of play</a:t>
            </a:r>
          </a:p>
          <a:p>
            <a:pPr marL="0" indent="0">
              <a:buFont typeface="Arial" panose="020B0604020202020204" pitchFamily="34" charset="0"/>
              <a:buNone/>
            </a:pPr>
            <a:endParaRPr lang="en-IE" noProof="0">
              <a:solidFill>
                <a:schemeClr val="tx1"/>
              </a:solidFill>
              <a:latin typeface="Arial"/>
              <a:cs typeface="Arial"/>
            </a:endParaRPr>
          </a:p>
        </p:txBody>
      </p:sp>
      <p:pic>
        <p:nvPicPr>
          <p:cNvPr id="13" name="Picture 12">
            <a:extLst>
              <a:ext uri="{FF2B5EF4-FFF2-40B4-BE49-F238E27FC236}">
                <a16:creationId xmlns:a16="http://schemas.microsoft.com/office/drawing/2014/main" id="{3F49B5D1-E92C-0659-093B-B353A21356FF}"/>
              </a:ext>
            </a:extLst>
          </p:cNvPr>
          <p:cNvPicPr>
            <a:picLocks noChangeAspect="1"/>
          </p:cNvPicPr>
          <p:nvPr/>
        </p:nvPicPr>
        <p:blipFill>
          <a:blip r:embed="rId3"/>
          <a:stretch>
            <a:fillRect/>
          </a:stretch>
        </p:blipFill>
        <p:spPr>
          <a:xfrm>
            <a:off x="8481668" y="4184755"/>
            <a:ext cx="3710332" cy="2619058"/>
          </a:xfrm>
          <a:prstGeom prst="rect">
            <a:avLst/>
          </a:prstGeom>
        </p:spPr>
      </p:pic>
    </p:spTree>
    <p:extLst>
      <p:ext uri="{BB962C8B-B14F-4D97-AF65-F5344CB8AC3E}">
        <p14:creationId xmlns:p14="http://schemas.microsoft.com/office/powerpoint/2010/main" val="490836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D6D11-8D2E-DA4D-98A2-908011AD76C4}"/>
              </a:ext>
            </a:extLst>
          </p:cNvPr>
          <p:cNvSpPr>
            <a:spLocks noGrp="1"/>
          </p:cNvSpPr>
          <p:nvPr>
            <p:ph type="title"/>
          </p:nvPr>
        </p:nvSpPr>
        <p:spPr/>
        <p:txBody>
          <a:bodyPr/>
          <a:lstStyle/>
          <a:p>
            <a:r>
              <a:rPr lang="en-IE" noProof="0">
                <a:solidFill>
                  <a:schemeClr val="tx1"/>
                </a:solidFill>
              </a:rPr>
              <a:t>Introduction: Project Structure</a:t>
            </a:r>
          </a:p>
        </p:txBody>
      </p:sp>
      <p:sp>
        <p:nvSpPr>
          <p:cNvPr id="5" name="Rectangle: Rounded Corners 4">
            <a:extLst>
              <a:ext uri="{FF2B5EF4-FFF2-40B4-BE49-F238E27FC236}">
                <a16:creationId xmlns:a16="http://schemas.microsoft.com/office/drawing/2014/main" id="{00FB68BF-1927-218C-9B32-8AA2F96C443E}"/>
              </a:ext>
            </a:extLst>
          </p:cNvPr>
          <p:cNvSpPr/>
          <p:nvPr/>
        </p:nvSpPr>
        <p:spPr>
          <a:xfrm>
            <a:off x="741517" y="2410562"/>
            <a:ext cx="1738487" cy="12845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t>Project management and</a:t>
            </a:r>
            <a:r>
              <a:rPr lang="en-IE" sz="2000" noProof="0">
                <a:ea typeface="Calibri"/>
                <a:cs typeface="Calibri"/>
              </a:rPr>
              <a:t> Specification </a:t>
            </a:r>
          </a:p>
        </p:txBody>
      </p:sp>
      <p:sp>
        <p:nvSpPr>
          <p:cNvPr id="6" name="Rectangle: Rounded Corners 5">
            <a:extLst>
              <a:ext uri="{FF2B5EF4-FFF2-40B4-BE49-F238E27FC236}">
                <a16:creationId xmlns:a16="http://schemas.microsoft.com/office/drawing/2014/main" id="{6419C521-73AB-66A0-3684-A7ADA104C9C8}"/>
              </a:ext>
            </a:extLst>
          </p:cNvPr>
          <p:cNvSpPr/>
          <p:nvPr/>
        </p:nvSpPr>
        <p:spPr>
          <a:xfrm>
            <a:off x="2597556" y="2410561"/>
            <a:ext cx="1738487" cy="1284522"/>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t>Simulation</a:t>
            </a:r>
            <a:r>
              <a:rPr lang="en-IE" sz="2400" noProof="0"/>
              <a:t> </a:t>
            </a:r>
            <a:r>
              <a:rPr lang="en-IE" sz="2000" noProof="0"/>
              <a:t>Environment</a:t>
            </a:r>
          </a:p>
          <a:p>
            <a:pPr algn="ctr"/>
            <a:r>
              <a:rPr lang="en-IE" sz="2000" noProof="0">
                <a:ea typeface="Calibri"/>
                <a:cs typeface="Calibri"/>
              </a:rPr>
              <a:t>Development</a:t>
            </a:r>
          </a:p>
        </p:txBody>
      </p:sp>
      <p:sp>
        <p:nvSpPr>
          <p:cNvPr id="7" name="Rectangle: Rounded Corners 6">
            <a:extLst>
              <a:ext uri="{FF2B5EF4-FFF2-40B4-BE49-F238E27FC236}">
                <a16:creationId xmlns:a16="http://schemas.microsoft.com/office/drawing/2014/main" id="{641813F3-316A-F6C4-E17E-E0CFAFCAA243}"/>
              </a:ext>
            </a:extLst>
          </p:cNvPr>
          <p:cNvSpPr/>
          <p:nvPr/>
        </p:nvSpPr>
        <p:spPr>
          <a:xfrm>
            <a:off x="4453595" y="2410561"/>
            <a:ext cx="1738487" cy="1284523"/>
          </a:xfrm>
          <a:prstGeom prst="roundRect">
            <a:avLst/>
          </a:prstGeom>
          <a:solidFill>
            <a:srgbClr val="CF1C2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ea typeface="Calibri"/>
                <a:cs typeface="Calibri"/>
              </a:rPr>
              <a:t>Guidance and Control</a:t>
            </a:r>
          </a:p>
        </p:txBody>
      </p:sp>
      <p:sp>
        <p:nvSpPr>
          <p:cNvPr id="8" name="Rectangle: Rounded Corners 7">
            <a:extLst>
              <a:ext uri="{FF2B5EF4-FFF2-40B4-BE49-F238E27FC236}">
                <a16:creationId xmlns:a16="http://schemas.microsoft.com/office/drawing/2014/main" id="{7F4AF96C-F411-E651-5B6B-15F0D111E03E}"/>
              </a:ext>
            </a:extLst>
          </p:cNvPr>
          <p:cNvSpPr/>
          <p:nvPr/>
        </p:nvSpPr>
        <p:spPr>
          <a:xfrm>
            <a:off x="6309634" y="2410561"/>
            <a:ext cx="1738487" cy="1284523"/>
          </a:xfrm>
          <a:prstGeom prst="roundRect">
            <a:avLst/>
          </a:prstGeom>
          <a:solidFill>
            <a:srgbClr val="CF1C2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ea typeface="Calibri"/>
                <a:cs typeface="Calibri"/>
              </a:rPr>
              <a:t>Behavioural</a:t>
            </a:r>
          </a:p>
          <a:p>
            <a:pPr algn="ctr"/>
            <a:r>
              <a:rPr lang="en-IE" sz="2000" noProof="0">
                <a:ea typeface="Calibri"/>
                <a:cs typeface="Calibri"/>
              </a:rPr>
              <a:t>Algorithms</a:t>
            </a:r>
          </a:p>
        </p:txBody>
      </p:sp>
      <p:sp>
        <p:nvSpPr>
          <p:cNvPr id="9" name="Rectangle: Rounded Corners 8">
            <a:extLst>
              <a:ext uri="{FF2B5EF4-FFF2-40B4-BE49-F238E27FC236}">
                <a16:creationId xmlns:a16="http://schemas.microsoft.com/office/drawing/2014/main" id="{87D41E7D-5DED-91D8-FC57-E169C5EBD739}"/>
              </a:ext>
            </a:extLst>
          </p:cNvPr>
          <p:cNvSpPr/>
          <p:nvPr/>
        </p:nvSpPr>
        <p:spPr>
          <a:xfrm>
            <a:off x="8165673" y="2410561"/>
            <a:ext cx="1738487" cy="1284523"/>
          </a:xfrm>
          <a:prstGeom prst="roundRect">
            <a:avLst/>
          </a:prstGeom>
          <a:solidFill>
            <a:srgbClr val="95127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ea typeface="Calibri"/>
                <a:cs typeface="Calibri"/>
              </a:rPr>
              <a:t>Integration</a:t>
            </a:r>
          </a:p>
        </p:txBody>
      </p:sp>
      <p:sp>
        <p:nvSpPr>
          <p:cNvPr id="10" name="Rectangle: Rounded Corners 9">
            <a:extLst>
              <a:ext uri="{FF2B5EF4-FFF2-40B4-BE49-F238E27FC236}">
                <a16:creationId xmlns:a16="http://schemas.microsoft.com/office/drawing/2014/main" id="{FD0F82D5-26E0-6EE9-896C-622F89BDC486}"/>
              </a:ext>
            </a:extLst>
          </p:cNvPr>
          <p:cNvSpPr/>
          <p:nvPr/>
        </p:nvSpPr>
        <p:spPr>
          <a:xfrm>
            <a:off x="10021712" y="2410564"/>
            <a:ext cx="1738487" cy="1284523"/>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sz="2000" noProof="0"/>
              <a:t>Testing</a:t>
            </a:r>
          </a:p>
        </p:txBody>
      </p:sp>
      <p:sp>
        <p:nvSpPr>
          <p:cNvPr id="13" name="Text Placeholder 2">
            <a:extLst>
              <a:ext uri="{FF2B5EF4-FFF2-40B4-BE49-F238E27FC236}">
                <a16:creationId xmlns:a16="http://schemas.microsoft.com/office/drawing/2014/main" id="{5260F61E-AACE-F665-F25E-9968C3A3AF1C}"/>
              </a:ext>
            </a:extLst>
          </p:cNvPr>
          <p:cNvSpPr>
            <a:spLocks noGrp="1"/>
          </p:cNvSpPr>
          <p:nvPr>
            <p:ph type="body" sz="quarter" idx="14"/>
          </p:nvPr>
        </p:nvSpPr>
        <p:spPr>
          <a:xfrm>
            <a:off x="273133" y="1647158"/>
            <a:ext cx="11949568" cy="888786"/>
          </a:xfrm>
        </p:spPr>
        <p:txBody>
          <a:bodyPr/>
          <a:lstStyle/>
          <a:p>
            <a:r>
              <a:rPr lang="en-IE" sz="2000" noProof="0">
                <a:solidFill>
                  <a:schemeClr val="tx1"/>
                </a:solidFill>
                <a:latin typeface="Arial" panose="020B0604020202020204" pitchFamily="34" charset="0"/>
                <a:cs typeface="Arial" panose="020B0604020202020204" pitchFamily="34" charset="0"/>
              </a:rPr>
              <a:t>Six individual work packages (WPs): </a:t>
            </a:r>
            <a:r>
              <a:rPr lang="en-IE" sz="2000" noProof="0">
                <a:solidFill>
                  <a:schemeClr val="accent1"/>
                </a:solidFill>
              </a:rPr>
              <a:t>Full Project, </a:t>
            </a:r>
            <a:r>
              <a:rPr lang="en-IE" sz="2000" noProof="0">
                <a:solidFill>
                  <a:schemeClr val="accent3"/>
                </a:solidFill>
              </a:rPr>
              <a:t>Simulation Phase, </a:t>
            </a:r>
            <a:r>
              <a:rPr lang="en-IE" sz="2000" noProof="0">
                <a:solidFill>
                  <a:schemeClr val="accent6"/>
                </a:solidFill>
              </a:rPr>
              <a:t>Hardware Phase</a:t>
            </a:r>
            <a:endParaRPr lang="en-IE" sz="2000" noProof="0">
              <a:solidFill>
                <a:schemeClr val="tx1"/>
              </a:solidFill>
              <a:latin typeface="Arial" panose="020B0604020202020204" pitchFamily="34" charset="0"/>
              <a:cs typeface="Arial" panose="020B0604020202020204" pitchFamily="34" charset="0"/>
            </a:endParaRPr>
          </a:p>
          <a:p>
            <a:pPr marL="0" indent="0">
              <a:buNone/>
            </a:pPr>
            <a:endParaRPr lang="en-IE" noProof="0">
              <a:latin typeface="Arial" panose="020B0604020202020204" pitchFamily="34" charset="0"/>
              <a:cs typeface="Arial" panose="020B0604020202020204" pitchFamily="34" charset="0"/>
            </a:endParaRPr>
          </a:p>
        </p:txBody>
      </p:sp>
      <p:sp>
        <p:nvSpPr>
          <p:cNvPr id="15" name="Text Placeholder 2">
            <a:extLst>
              <a:ext uri="{FF2B5EF4-FFF2-40B4-BE49-F238E27FC236}">
                <a16:creationId xmlns:a16="http://schemas.microsoft.com/office/drawing/2014/main" id="{33D44E86-6924-D648-A5DC-EDF5769CBEA4}"/>
              </a:ext>
            </a:extLst>
          </p:cNvPr>
          <p:cNvSpPr txBox="1">
            <a:spLocks/>
          </p:cNvSpPr>
          <p:nvPr/>
        </p:nvSpPr>
        <p:spPr>
          <a:xfrm>
            <a:off x="273133" y="4784057"/>
            <a:ext cx="11487066" cy="202169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sz="2000" noProof="0">
                <a:solidFill>
                  <a:schemeClr val="tx1"/>
                </a:solidFill>
              </a:rPr>
              <a:t>Project Manager handles non-technical project tasks</a:t>
            </a:r>
          </a:p>
          <a:p>
            <a:r>
              <a:rPr lang="en-IE" sz="2000" noProof="0">
                <a:solidFill>
                  <a:schemeClr val="tx1"/>
                </a:solidFill>
              </a:rPr>
              <a:t>All team members lead one WP and will assist with others</a:t>
            </a:r>
          </a:p>
          <a:p>
            <a:r>
              <a:rPr lang="en-IE" sz="2000" noProof="0">
                <a:solidFill>
                  <a:schemeClr val="tx1"/>
                </a:solidFill>
                <a:latin typeface="Arial"/>
                <a:cs typeface="Arial"/>
              </a:rPr>
              <a:t>Each </a:t>
            </a:r>
            <a:r>
              <a:rPr lang="en-IE" sz="2000" noProof="0" err="1">
                <a:solidFill>
                  <a:schemeClr val="tx1"/>
                </a:solidFill>
                <a:latin typeface="Arial"/>
                <a:cs typeface="Arial"/>
              </a:rPr>
              <a:t>workpackage</a:t>
            </a:r>
            <a:r>
              <a:rPr lang="en-IE" sz="2000" noProof="0">
                <a:solidFill>
                  <a:schemeClr val="tx1"/>
                </a:solidFill>
                <a:latin typeface="Arial"/>
                <a:cs typeface="Arial"/>
              </a:rPr>
              <a:t> has tasks and deliverables assigned at beginning of project which fed project plan</a:t>
            </a:r>
          </a:p>
          <a:p>
            <a:r>
              <a:rPr lang="en-IE" sz="2000" noProof="0">
                <a:solidFill>
                  <a:schemeClr val="tx1"/>
                </a:solidFill>
                <a:latin typeface="Arial"/>
                <a:cs typeface="Arial"/>
              </a:rPr>
              <a:t>Project did not advance into hardware phase  </a:t>
            </a:r>
          </a:p>
        </p:txBody>
      </p:sp>
      <p:sp>
        <p:nvSpPr>
          <p:cNvPr id="3" name="Text Placeholder 2">
            <a:extLst>
              <a:ext uri="{FF2B5EF4-FFF2-40B4-BE49-F238E27FC236}">
                <a16:creationId xmlns:a16="http://schemas.microsoft.com/office/drawing/2014/main" id="{0707401A-E516-6BCD-7C6B-6561C5CAA497}"/>
              </a:ext>
            </a:extLst>
          </p:cNvPr>
          <p:cNvSpPr txBox="1">
            <a:spLocks/>
          </p:cNvSpPr>
          <p:nvPr/>
        </p:nvSpPr>
        <p:spPr>
          <a:xfrm>
            <a:off x="47718" y="3874707"/>
            <a:ext cx="938875" cy="41253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E" sz="2000" b="1" noProof="0">
                <a:solidFill>
                  <a:schemeClr val="tx1"/>
                </a:solidFill>
                <a:latin typeface="Arial"/>
                <a:cs typeface="Arial"/>
              </a:rPr>
              <a:t>Lead:</a:t>
            </a:r>
            <a:endParaRPr lang="en-IE" sz="2000" noProof="0">
              <a:solidFill>
                <a:schemeClr val="tx1"/>
              </a:solidFill>
              <a:latin typeface="Arial"/>
              <a:cs typeface="Arial"/>
            </a:endParaRPr>
          </a:p>
        </p:txBody>
      </p:sp>
      <p:sp>
        <p:nvSpPr>
          <p:cNvPr id="4" name="Text Placeholder 2">
            <a:extLst>
              <a:ext uri="{FF2B5EF4-FFF2-40B4-BE49-F238E27FC236}">
                <a16:creationId xmlns:a16="http://schemas.microsoft.com/office/drawing/2014/main" id="{0E9420A9-EF4F-F091-8306-E3C7FE48BEF8}"/>
              </a:ext>
            </a:extLst>
          </p:cNvPr>
          <p:cNvSpPr txBox="1">
            <a:spLocks/>
          </p:cNvSpPr>
          <p:nvPr/>
        </p:nvSpPr>
        <p:spPr>
          <a:xfrm>
            <a:off x="2354346" y="3874707"/>
            <a:ext cx="2224905" cy="3254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a:solidFill>
                  <a:schemeClr val="tx1"/>
                </a:solidFill>
                <a:latin typeface="Arial"/>
                <a:cs typeface="Arial"/>
              </a:rPr>
              <a:t>Jie Shu</a:t>
            </a:r>
          </a:p>
        </p:txBody>
      </p:sp>
      <p:sp>
        <p:nvSpPr>
          <p:cNvPr id="11" name="Text Placeholder 2">
            <a:extLst>
              <a:ext uri="{FF2B5EF4-FFF2-40B4-BE49-F238E27FC236}">
                <a16:creationId xmlns:a16="http://schemas.microsoft.com/office/drawing/2014/main" id="{F0FCA233-1AEE-184E-8B5A-1390139C6237}"/>
              </a:ext>
            </a:extLst>
          </p:cNvPr>
          <p:cNvSpPr txBox="1">
            <a:spLocks/>
          </p:cNvSpPr>
          <p:nvPr/>
        </p:nvSpPr>
        <p:spPr>
          <a:xfrm>
            <a:off x="4560402" y="3762097"/>
            <a:ext cx="1524871" cy="6963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a:solidFill>
                  <a:schemeClr val="tx1"/>
                </a:solidFill>
                <a:latin typeface="Arial"/>
                <a:cs typeface="Arial"/>
              </a:rPr>
              <a:t>Bonolo </a:t>
            </a:r>
            <a:r>
              <a:rPr lang="en-IE" sz="2000" noProof="0" err="1">
                <a:solidFill>
                  <a:schemeClr val="tx1"/>
                </a:solidFill>
                <a:latin typeface="Arial"/>
                <a:cs typeface="Arial"/>
              </a:rPr>
              <a:t>Masima</a:t>
            </a:r>
            <a:endParaRPr lang="en-IE" sz="2000" noProof="0">
              <a:solidFill>
                <a:schemeClr val="tx1"/>
              </a:solidFill>
              <a:latin typeface="Arial"/>
              <a:cs typeface="Arial"/>
            </a:endParaRPr>
          </a:p>
        </p:txBody>
      </p:sp>
      <p:sp>
        <p:nvSpPr>
          <p:cNvPr id="12" name="Text Placeholder 2">
            <a:extLst>
              <a:ext uri="{FF2B5EF4-FFF2-40B4-BE49-F238E27FC236}">
                <a16:creationId xmlns:a16="http://schemas.microsoft.com/office/drawing/2014/main" id="{92327E4C-6DA3-D947-08AB-217001FECCF3}"/>
              </a:ext>
            </a:extLst>
          </p:cNvPr>
          <p:cNvSpPr txBox="1">
            <a:spLocks/>
          </p:cNvSpPr>
          <p:nvPr/>
        </p:nvSpPr>
        <p:spPr>
          <a:xfrm>
            <a:off x="6416441" y="3816112"/>
            <a:ext cx="1524871" cy="3254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a:solidFill>
                  <a:schemeClr val="tx1"/>
                </a:solidFill>
                <a:latin typeface="Arial"/>
                <a:cs typeface="Arial"/>
              </a:rPr>
              <a:t>Wang </a:t>
            </a:r>
            <a:r>
              <a:rPr lang="en-IE" sz="2000" noProof="0" err="1">
                <a:solidFill>
                  <a:schemeClr val="tx1"/>
                </a:solidFill>
                <a:latin typeface="Arial"/>
                <a:cs typeface="Arial"/>
              </a:rPr>
              <a:t>Zefu</a:t>
            </a:r>
            <a:endParaRPr lang="en-IE" sz="2000" noProof="0">
              <a:solidFill>
                <a:schemeClr val="tx1"/>
              </a:solidFill>
              <a:latin typeface="Arial"/>
              <a:cs typeface="Arial"/>
            </a:endParaRPr>
          </a:p>
        </p:txBody>
      </p:sp>
      <p:sp>
        <p:nvSpPr>
          <p:cNvPr id="14" name="Text Placeholder 2">
            <a:extLst>
              <a:ext uri="{FF2B5EF4-FFF2-40B4-BE49-F238E27FC236}">
                <a16:creationId xmlns:a16="http://schemas.microsoft.com/office/drawing/2014/main" id="{00E1FFFC-A325-5863-8368-025E52C177F5}"/>
              </a:ext>
            </a:extLst>
          </p:cNvPr>
          <p:cNvSpPr txBox="1">
            <a:spLocks/>
          </p:cNvSpPr>
          <p:nvPr/>
        </p:nvSpPr>
        <p:spPr>
          <a:xfrm>
            <a:off x="8277750" y="3762097"/>
            <a:ext cx="1524871" cy="3254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err="1">
                <a:solidFill>
                  <a:schemeClr val="tx1"/>
                </a:solidFill>
                <a:latin typeface="Arial"/>
                <a:cs typeface="Arial"/>
              </a:rPr>
              <a:t>Chengjie</a:t>
            </a:r>
            <a:r>
              <a:rPr lang="en-IE" sz="2000" noProof="0">
                <a:solidFill>
                  <a:schemeClr val="tx1"/>
                </a:solidFill>
                <a:latin typeface="Arial"/>
                <a:cs typeface="Arial"/>
              </a:rPr>
              <a:t> Hao</a:t>
            </a:r>
          </a:p>
        </p:txBody>
      </p:sp>
      <p:sp>
        <p:nvSpPr>
          <p:cNvPr id="16" name="Text Placeholder 2">
            <a:extLst>
              <a:ext uri="{FF2B5EF4-FFF2-40B4-BE49-F238E27FC236}">
                <a16:creationId xmlns:a16="http://schemas.microsoft.com/office/drawing/2014/main" id="{A9E431A0-F986-5F6A-92FD-7780F785F140}"/>
              </a:ext>
            </a:extLst>
          </p:cNvPr>
          <p:cNvSpPr txBox="1">
            <a:spLocks/>
          </p:cNvSpPr>
          <p:nvPr/>
        </p:nvSpPr>
        <p:spPr>
          <a:xfrm>
            <a:off x="10133789" y="3762096"/>
            <a:ext cx="1524871" cy="69638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a:solidFill>
                  <a:schemeClr val="tx1"/>
                </a:solidFill>
                <a:latin typeface="Arial"/>
                <a:cs typeface="Arial"/>
              </a:rPr>
              <a:t>Wang </a:t>
            </a:r>
            <a:r>
              <a:rPr lang="en-IE" sz="2000" noProof="0" err="1">
                <a:solidFill>
                  <a:schemeClr val="tx1"/>
                </a:solidFill>
                <a:latin typeface="Arial"/>
                <a:cs typeface="Arial"/>
              </a:rPr>
              <a:t>Jinghao</a:t>
            </a:r>
            <a:endParaRPr lang="en-IE" sz="2000" noProof="0">
              <a:solidFill>
                <a:schemeClr val="tx1"/>
              </a:solidFill>
              <a:latin typeface="Arial"/>
              <a:cs typeface="Arial"/>
            </a:endParaRPr>
          </a:p>
        </p:txBody>
      </p:sp>
      <p:sp>
        <p:nvSpPr>
          <p:cNvPr id="18" name="TextBox 17">
            <a:extLst>
              <a:ext uri="{FF2B5EF4-FFF2-40B4-BE49-F238E27FC236}">
                <a16:creationId xmlns:a16="http://schemas.microsoft.com/office/drawing/2014/main" id="{8FAD8614-3DE8-7132-9402-E187F9D2B7A3}"/>
              </a:ext>
            </a:extLst>
          </p:cNvPr>
          <p:cNvSpPr txBox="1"/>
          <p:nvPr/>
        </p:nvSpPr>
        <p:spPr>
          <a:xfrm>
            <a:off x="900942" y="3816112"/>
            <a:ext cx="1419635" cy="707886"/>
          </a:xfrm>
          <a:prstGeom prst="rect">
            <a:avLst/>
          </a:prstGeom>
          <a:noFill/>
        </p:spPr>
        <p:txBody>
          <a:bodyPr wrap="square">
            <a:spAutoFit/>
          </a:bodyPr>
          <a:lstStyle/>
          <a:p>
            <a:pPr algn="ctr"/>
            <a:r>
              <a:rPr lang="en-IE" sz="2000" noProof="0">
                <a:solidFill>
                  <a:schemeClr val="tx1"/>
                </a:solidFill>
                <a:latin typeface="Arial"/>
                <a:cs typeface="Arial"/>
              </a:rPr>
              <a:t>Ciaran Breen</a:t>
            </a:r>
            <a:endParaRPr lang="en-IE" sz="2000" noProof="0"/>
          </a:p>
        </p:txBody>
      </p:sp>
    </p:spTree>
    <p:extLst>
      <p:ext uri="{BB962C8B-B14F-4D97-AF65-F5344CB8AC3E}">
        <p14:creationId xmlns:p14="http://schemas.microsoft.com/office/powerpoint/2010/main" val="1931213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20487-4DD7-39CE-3E87-46361E519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CCE8C1-722C-76F6-22BE-D976EE0514FC}"/>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latin typeface="Arial"/>
                <a:cs typeface="Arial"/>
              </a:rPr>
              <a:t>Methodology (3D)</a:t>
            </a:r>
            <a:endParaRPr lang="en-IE" sz="4800" noProof="0">
              <a:solidFill>
                <a:schemeClr val="tx1"/>
              </a:solidFill>
            </a:endParaRPr>
          </a:p>
        </p:txBody>
      </p:sp>
    </p:spTree>
    <p:extLst>
      <p:ext uri="{BB962C8B-B14F-4D97-AF65-F5344CB8AC3E}">
        <p14:creationId xmlns:p14="http://schemas.microsoft.com/office/powerpoint/2010/main" val="4108457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77447-A023-C689-C037-EE9E482E5623}"/>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6CC40364-A24B-9BB5-CCA5-33FDE879BCE5}"/>
              </a:ext>
            </a:extLst>
          </p:cNvPr>
          <p:cNvSpPr>
            <a:spLocks noGrp="1"/>
          </p:cNvSpPr>
          <p:nvPr>
            <p:ph type="title"/>
          </p:nvPr>
        </p:nvSpPr>
        <p:spPr/>
        <p:txBody>
          <a:bodyPr/>
          <a:lstStyle/>
          <a:p>
            <a:r>
              <a:rPr lang="zh-CN" altLang="en-US">
                <a:latin typeface="Arial"/>
                <a:ea typeface="等线 Light"/>
                <a:cs typeface="Arial"/>
              </a:rPr>
              <a:t>Model Creation And Validation</a:t>
            </a:r>
            <a:endParaRPr lang="zh-CN" altLang="en-US"/>
          </a:p>
        </p:txBody>
      </p:sp>
      <p:sp>
        <p:nvSpPr>
          <p:cNvPr id="5" name="Content Placeholder 2">
            <a:extLst>
              <a:ext uri="{FF2B5EF4-FFF2-40B4-BE49-F238E27FC236}">
                <a16:creationId xmlns:a16="http://schemas.microsoft.com/office/drawing/2014/main" id="{5BA75087-10C7-AFB7-83B3-7856D81C8C3F}"/>
              </a:ext>
            </a:extLst>
          </p:cNvPr>
          <p:cNvSpPr txBox="1">
            <a:spLocks/>
          </p:cNvSpPr>
          <p:nvPr/>
        </p:nvSpPr>
        <p:spPr>
          <a:xfrm>
            <a:off x="115930" y="1580288"/>
            <a:ext cx="6397340" cy="4992392"/>
          </a:xfrm>
          <a:prstGeom prst="rect">
            <a:avLst/>
          </a:prstGeom>
        </p:spPr>
        <p:txBody>
          <a:bodyPr vert="horz" lIns="91440" tIns="45720" rIns="91440" bIns="45720" rtlCol="0" anchor="t">
            <a:normAutofit fontScale="92500" lnSpcReduction="10000"/>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IE" sz="2000" b="1">
                <a:solidFill>
                  <a:schemeClr val="tx1"/>
                </a:solidFill>
                <a:latin typeface="Arial"/>
                <a:cs typeface="Arial"/>
              </a:rPr>
              <a:t>Model Creation</a:t>
            </a:r>
            <a:endParaRPr lang="zh-CN"/>
          </a:p>
          <a:p>
            <a:pPr>
              <a:buFont typeface="Arial"/>
              <a:buChar char="•"/>
            </a:pPr>
            <a:r>
              <a:rPr lang="en-IE" sz="2000">
                <a:solidFill>
                  <a:schemeClr val="tx1"/>
                </a:solidFill>
                <a:latin typeface="Arial"/>
                <a:cs typeface="Arial"/>
              </a:rPr>
              <a:t>Built the NAO6 robot model in the </a:t>
            </a:r>
            <a:r>
              <a:rPr lang="en-IE" sz="2000" err="1">
                <a:solidFill>
                  <a:schemeClr val="tx1"/>
                </a:solidFill>
                <a:latin typeface="Arial"/>
                <a:cs typeface="Arial"/>
              </a:rPr>
              <a:t>Webots</a:t>
            </a:r>
            <a:r>
              <a:rPr lang="en-IE" sz="2000">
                <a:solidFill>
                  <a:schemeClr val="tx1"/>
                </a:solidFill>
                <a:latin typeface="Arial"/>
                <a:cs typeface="Arial"/>
              </a:rPr>
              <a:t> 3D environment </a:t>
            </a:r>
            <a:endParaRPr lang="en-IE">
              <a:solidFill>
                <a:schemeClr val="tx1"/>
              </a:solidFill>
            </a:endParaRPr>
          </a:p>
          <a:p>
            <a:pPr>
              <a:buFont typeface="Arial"/>
              <a:buChar char="•"/>
            </a:pPr>
            <a:r>
              <a:rPr lang="en-IE" sz="2000">
                <a:solidFill>
                  <a:schemeClr val="tx1"/>
                </a:solidFill>
                <a:latin typeface="Arial"/>
                <a:cs typeface="Arial"/>
              </a:rPr>
              <a:t>Configured the simulation scene with robot, ball, and pitch </a:t>
            </a:r>
            <a:endParaRPr lang="en-IE"/>
          </a:p>
          <a:p>
            <a:pPr>
              <a:buFont typeface="Arial"/>
              <a:buChar char="•"/>
            </a:pPr>
            <a:r>
              <a:rPr lang="en-IE" sz="2000">
                <a:solidFill>
                  <a:schemeClr val="tx1"/>
                </a:solidFill>
                <a:latin typeface="Arial"/>
                <a:cs typeface="Arial"/>
              </a:rPr>
              <a:t>Used the </a:t>
            </a:r>
            <a:r>
              <a:rPr lang="en-IE" sz="2000" err="1">
                <a:solidFill>
                  <a:schemeClr val="tx1"/>
                </a:solidFill>
                <a:latin typeface="Arial"/>
                <a:cs typeface="Arial"/>
              </a:rPr>
              <a:t>Webots</a:t>
            </a:r>
            <a:r>
              <a:rPr lang="en-IE" sz="2000">
                <a:solidFill>
                  <a:schemeClr val="tx1"/>
                </a:solidFill>
                <a:latin typeface="Arial"/>
                <a:cs typeface="Arial"/>
              </a:rPr>
              <a:t> physics engine to represent realistic motion constraints </a:t>
            </a:r>
            <a:endParaRPr lang="en-IE">
              <a:solidFill>
                <a:schemeClr val="tx1"/>
              </a:solidFill>
            </a:endParaRPr>
          </a:p>
          <a:p>
            <a:pPr marL="0" indent="0">
              <a:buNone/>
            </a:pPr>
            <a:endParaRPr lang="en-IE" sz="2000" b="1">
              <a:solidFill>
                <a:schemeClr val="tx1"/>
              </a:solidFill>
              <a:latin typeface="Arial"/>
              <a:cs typeface="Arial"/>
            </a:endParaRPr>
          </a:p>
          <a:p>
            <a:pPr>
              <a:buNone/>
            </a:pPr>
            <a:r>
              <a:rPr lang="en-IE" b="1"/>
              <a:t>Model Validation</a:t>
            </a:r>
            <a:endParaRPr lang="en-IE"/>
          </a:p>
          <a:p>
            <a:pPr>
              <a:buFont typeface="Arial"/>
              <a:buChar char="•"/>
            </a:pPr>
            <a:r>
              <a:rPr lang="en-IE" sz="2000">
                <a:solidFill>
                  <a:schemeClr val="tx1"/>
                </a:solidFill>
                <a:latin typeface="Arial"/>
                <a:cs typeface="Arial"/>
              </a:rPr>
              <a:t>Verified robot motion behaviours in Webots</a:t>
            </a:r>
            <a:br>
              <a:rPr lang="en-IE" sz="2000">
                <a:solidFill>
                  <a:schemeClr val="tx1"/>
                </a:solidFill>
                <a:latin typeface="Arial"/>
                <a:cs typeface="Arial"/>
              </a:rPr>
            </a:br>
            <a:r>
              <a:rPr lang="en-IE" sz="2000">
                <a:solidFill>
                  <a:schemeClr val="tx1"/>
                </a:solidFill>
                <a:latin typeface="Arial"/>
                <a:cs typeface="Arial"/>
              </a:rPr>
              <a:t> </a:t>
            </a:r>
            <a:r>
              <a:rPr lang="en-IE" sz="2000" i="1">
                <a:solidFill>
                  <a:schemeClr val="tx1"/>
                </a:solidFill>
                <a:latin typeface="Arial"/>
                <a:cs typeface="Arial"/>
              </a:rPr>
              <a:t>(walking, turning, approaching the ball, kicking)</a:t>
            </a:r>
            <a:r>
              <a:rPr lang="en-IE" sz="2000">
                <a:solidFill>
                  <a:schemeClr val="tx1"/>
                </a:solidFill>
                <a:latin typeface="Arial"/>
                <a:cs typeface="Arial"/>
              </a:rPr>
              <a:t> </a:t>
            </a:r>
            <a:endParaRPr lang="en-IE">
              <a:solidFill>
                <a:schemeClr val="tx1"/>
              </a:solidFill>
            </a:endParaRPr>
          </a:p>
          <a:p>
            <a:pPr>
              <a:buFont typeface="Arial"/>
            </a:pPr>
            <a:r>
              <a:rPr lang="en-IE" sz="2000">
                <a:solidFill>
                  <a:schemeClr val="tx1"/>
                </a:solidFill>
                <a:latin typeface="Arial"/>
                <a:cs typeface="Arial"/>
              </a:rPr>
              <a:t>Observed that motion is </a:t>
            </a:r>
            <a:r>
              <a:rPr lang="en-IE" sz="2000" b="1">
                <a:solidFill>
                  <a:schemeClr val="tx1"/>
                </a:solidFill>
                <a:latin typeface="Arial"/>
                <a:cs typeface="Arial"/>
              </a:rPr>
              <a:t>physically consistent but slow</a:t>
            </a:r>
            <a:br>
              <a:rPr lang="en-IE" sz="2000" b="1">
                <a:solidFill>
                  <a:schemeClr val="tx1"/>
                </a:solidFill>
                <a:latin typeface="Arial"/>
                <a:cs typeface="Arial"/>
              </a:rPr>
            </a:br>
            <a:r>
              <a:rPr lang="en-IE" sz="2000" b="1">
                <a:solidFill>
                  <a:schemeClr val="tx1"/>
                </a:solidFill>
                <a:latin typeface="Arial"/>
                <a:cs typeface="Arial"/>
              </a:rPr>
              <a:t> </a:t>
            </a:r>
            <a:r>
              <a:rPr lang="en-IE" sz="2000" i="1">
                <a:solidFill>
                  <a:schemeClr val="tx1"/>
                </a:solidFill>
                <a:latin typeface="Arial"/>
                <a:cs typeface="Arial"/>
              </a:rPr>
              <a:t>(due to stability and simulation constraints)</a:t>
            </a:r>
            <a:r>
              <a:rPr lang="en-IE" sz="2000">
                <a:solidFill>
                  <a:schemeClr val="tx1"/>
                </a:solidFill>
                <a:latin typeface="Arial"/>
                <a:cs typeface="Arial"/>
              </a:rPr>
              <a:t> </a:t>
            </a:r>
            <a:endParaRPr lang="en-IE">
              <a:solidFill>
                <a:schemeClr val="tx1"/>
              </a:solidFill>
            </a:endParaRPr>
          </a:p>
          <a:p>
            <a:pPr>
              <a:buFont typeface="Arial"/>
            </a:pPr>
            <a:r>
              <a:rPr lang="en-IE" sz="2000">
                <a:solidFill>
                  <a:schemeClr val="tx1"/>
                </a:solidFill>
                <a:latin typeface="Arial"/>
                <a:cs typeface="Arial"/>
              </a:rPr>
              <a:t>Identified limitations for high-level behaviour testing</a:t>
            </a:r>
            <a:br>
              <a:rPr lang="en-IE" sz="2000">
                <a:solidFill>
                  <a:schemeClr val="tx1"/>
                </a:solidFill>
                <a:latin typeface="Arial"/>
                <a:cs typeface="Arial"/>
              </a:rPr>
            </a:br>
            <a:r>
              <a:rPr lang="en-IE" sz="2000">
                <a:solidFill>
                  <a:schemeClr val="tx1"/>
                </a:solidFill>
                <a:latin typeface="Arial"/>
                <a:cs typeface="Arial"/>
              </a:rPr>
              <a:t> </a:t>
            </a:r>
            <a:r>
              <a:rPr lang="en-IE" sz="2000" i="1">
                <a:solidFill>
                  <a:schemeClr val="tx1"/>
                </a:solidFill>
                <a:latin typeface="Arial"/>
                <a:cs typeface="Arial"/>
              </a:rPr>
              <a:t>(e.g., long execution time, reduced responsiveness)</a:t>
            </a:r>
            <a:endParaRPr lang="en-IE">
              <a:solidFill>
                <a:schemeClr val="tx1"/>
              </a:solidFill>
            </a:endParaRPr>
          </a:p>
          <a:p>
            <a:pPr marL="0" indent="0">
              <a:buNone/>
            </a:pPr>
            <a:endParaRPr lang="en-IE" sz="2000" b="1">
              <a:solidFill>
                <a:schemeClr val="tx1"/>
              </a:solidFill>
            </a:endParaRPr>
          </a:p>
          <a:p>
            <a:pPr marL="0" indent="0">
              <a:buNone/>
            </a:pPr>
            <a:endParaRPr lang="en-IE" sz="2000" b="1">
              <a:solidFill>
                <a:schemeClr val="tx1"/>
              </a:solidFill>
              <a:latin typeface="Arial"/>
              <a:cs typeface="Arial"/>
            </a:endParaRPr>
          </a:p>
          <a:p>
            <a:pPr marL="0" indent="0">
              <a:buNone/>
            </a:pPr>
            <a:endParaRPr lang="en-IE" noProof="0">
              <a:solidFill>
                <a:schemeClr val="tx1"/>
              </a:solidFill>
              <a:latin typeface="Arial"/>
              <a:cs typeface="Arial"/>
            </a:endParaRPr>
          </a:p>
        </p:txBody>
      </p:sp>
      <p:pic>
        <p:nvPicPr>
          <p:cNvPr id="2" name="图片 1">
            <a:extLst>
              <a:ext uri="{FF2B5EF4-FFF2-40B4-BE49-F238E27FC236}">
                <a16:creationId xmlns:a16="http://schemas.microsoft.com/office/drawing/2014/main" id="{27BBE941-D511-3FEB-0833-E4F1CF50A3AB}"/>
              </a:ext>
            </a:extLst>
          </p:cNvPr>
          <p:cNvPicPr>
            <a:picLocks noChangeAspect="1"/>
          </p:cNvPicPr>
          <p:nvPr/>
        </p:nvPicPr>
        <p:blipFill>
          <a:blip r:embed="rId2"/>
          <a:stretch>
            <a:fillRect/>
          </a:stretch>
        </p:blipFill>
        <p:spPr>
          <a:xfrm>
            <a:off x="6845829" y="1110512"/>
            <a:ext cx="4224204" cy="2675863"/>
          </a:xfrm>
          <a:prstGeom prst="rect">
            <a:avLst/>
          </a:prstGeom>
        </p:spPr>
      </p:pic>
      <p:pic>
        <p:nvPicPr>
          <p:cNvPr id="3" name="图片 2">
            <a:extLst>
              <a:ext uri="{FF2B5EF4-FFF2-40B4-BE49-F238E27FC236}">
                <a16:creationId xmlns:a16="http://schemas.microsoft.com/office/drawing/2014/main" id="{89271AC5-8225-954B-84CD-A5D616670F4F}"/>
              </a:ext>
            </a:extLst>
          </p:cNvPr>
          <p:cNvPicPr>
            <a:picLocks noChangeAspect="1"/>
          </p:cNvPicPr>
          <p:nvPr/>
        </p:nvPicPr>
        <p:blipFill>
          <a:blip r:embed="rId3"/>
          <a:stretch>
            <a:fillRect/>
          </a:stretch>
        </p:blipFill>
        <p:spPr>
          <a:xfrm>
            <a:off x="6845875" y="4075814"/>
            <a:ext cx="4300902" cy="2498652"/>
          </a:xfrm>
          <a:prstGeom prst="rect">
            <a:avLst/>
          </a:prstGeom>
        </p:spPr>
      </p:pic>
    </p:spTree>
    <p:extLst>
      <p:ext uri="{BB962C8B-B14F-4D97-AF65-F5344CB8AC3E}">
        <p14:creationId xmlns:p14="http://schemas.microsoft.com/office/powerpoint/2010/main" val="2755924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B51D5-66EF-FBD1-853E-5463AC341E88}"/>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51B3B3A9-7A62-F7DF-A922-A0F96FF202D3}"/>
              </a:ext>
            </a:extLst>
          </p:cNvPr>
          <p:cNvSpPr>
            <a:spLocks noGrp="1"/>
          </p:cNvSpPr>
          <p:nvPr>
            <p:ph type="title"/>
          </p:nvPr>
        </p:nvSpPr>
        <p:spPr/>
        <p:txBody>
          <a:bodyPr/>
          <a:lstStyle/>
          <a:p>
            <a:r>
              <a:rPr lang="zh-CN" b="0">
                <a:latin typeface="Arial"/>
                <a:ea typeface="等线 Light"/>
                <a:cs typeface="Arial"/>
              </a:rPr>
              <a:t>Controller Design</a:t>
            </a:r>
            <a:r>
              <a:rPr lang="zh-CN" altLang="en-US" b="0">
                <a:latin typeface="Arial"/>
                <a:ea typeface="等线 Light"/>
                <a:cs typeface="Arial"/>
              </a:rPr>
              <a:t> And Testing Results</a:t>
            </a:r>
            <a:endParaRPr lang="zh-CN"/>
          </a:p>
        </p:txBody>
      </p:sp>
      <p:sp>
        <p:nvSpPr>
          <p:cNvPr id="2" name="矩形 1">
            <a:extLst>
              <a:ext uri="{FF2B5EF4-FFF2-40B4-BE49-F238E27FC236}">
                <a16:creationId xmlns:a16="http://schemas.microsoft.com/office/drawing/2014/main" id="{EF18A933-F41B-515C-8DF7-2248BA0D41BC}"/>
              </a:ext>
            </a:extLst>
          </p:cNvPr>
          <p:cNvSpPr/>
          <p:nvPr/>
        </p:nvSpPr>
        <p:spPr>
          <a:xfrm>
            <a:off x="4295747" y="1396211"/>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ea typeface="等线"/>
                <a:cs typeface="Calibri"/>
              </a:rPr>
              <a:t>Detect Ball</a:t>
            </a:r>
            <a:endParaRPr lang="zh-CN" altLang="en-US"/>
          </a:p>
        </p:txBody>
      </p:sp>
      <p:sp>
        <p:nvSpPr>
          <p:cNvPr id="3" name="矩形 2">
            <a:extLst>
              <a:ext uri="{FF2B5EF4-FFF2-40B4-BE49-F238E27FC236}">
                <a16:creationId xmlns:a16="http://schemas.microsoft.com/office/drawing/2014/main" id="{4DCE7F5E-DB8A-70EA-33DB-5536C392BBFA}"/>
              </a:ext>
            </a:extLst>
          </p:cNvPr>
          <p:cNvSpPr/>
          <p:nvPr/>
        </p:nvSpPr>
        <p:spPr>
          <a:xfrm>
            <a:off x="4295747" y="2484572"/>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a:ea typeface="等线"/>
                <a:cs typeface="Calibri"/>
              </a:rPr>
              <a:t>Turn to Target</a:t>
            </a:r>
          </a:p>
        </p:txBody>
      </p:sp>
      <p:sp>
        <p:nvSpPr>
          <p:cNvPr id="6" name="矩形 5">
            <a:extLst>
              <a:ext uri="{FF2B5EF4-FFF2-40B4-BE49-F238E27FC236}">
                <a16:creationId xmlns:a16="http://schemas.microsoft.com/office/drawing/2014/main" id="{2D8D7414-F2A4-E58A-DE88-2E3821D6D9DF}"/>
              </a:ext>
            </a:extLst>
          </p:cNvPr>
          <p:cNvSpPr/>
          <p:nvPr/>
        </p:nvSpPr>
        <p:spPr>
          <a:xfrm>
            <a:off x="4295747" y="3572931"/>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a:ea typeface="等线"/>
                <a:cs typeface="Calibri"/>
              </a:rPr>
              <a:t>Walk Forward</a:t>
            </a:r>
          </a:p>
        </p:txBody>
      </p:sp>
      <p:sp>
        <p:nvSpPr>
          <p:cNvPr id="7" name="矩形 6">
            <a:extLst>
              <a:ext uri="{FF2B5EF4-FFF2-40B4-BE49-F238E27FC236}">
                <a16:creationId xmlns:a16="http://schemas.microsoft.com/office/drawing/2014/main" id="{EF18A933-F41B-515C-8DF7-2248BA0D41BC}"/>
              </a:ext>
            </a:extLst>
          </p:cNvPr>
          <p:cNvSpPr/>
          <p:nvPr/>
        </p:nvSpPr>
        <p:spPr>
          <a:xfrm>
            <a:off x="4295747" y="4655385"/>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ea typeface="等线"/>
                <a:cs typeface="Calibri"/>
              </a:rPr>
              <a:t>Stop &amp; Align</a:t>
            </a:r>
            <a:endParaRPr lang="zh-CN"/>
          </a:p>
        </p:txBody>
      </p:sp>
      <p:sp>
        <p:nvSpPr>
          <p:cNvPr id="8" name="矩形 7">
            <a:extLst>
              <a:ext uri="{FF2B5EF4-FFF2-40B4-BE49-F238E27FC236}">
                <a16:creationId xmlns:a16="http://schemas.microsoft.com/office/drawing/2014/main" id="{D49A0C46-2AF1-E934-8503-FD2DA315A126}"/>
              </a:ext>
            </a:extLst>
          </p:cNvPr>
          <p:cNvSpPr/>
          <p:nvPr/>
        </p:nvSpPr>
        <p:spPr>
          <a:xfrm>
            <a:off x="4295747" y="5737839"/>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ea typeface="等线"/>
                <a:cs typeface="Calibri"/>
              </a:rPr>
              <a:t>Kick</a:t>
            </a:r>
            <a:endParaRPr lang="zh-CN"/>
          </a:p>
        </p:txBody>
      </p:sp>
      <p:sp>
        <p:nvSpPr>
          <p:cNvPr id="9" name="箭头: 下 8">
            <a:extLst>
              <a:ext uri="{FF2B5EF4-FFF2-40B4-BE49-F238E27FC236}">
                <a16:creationId xmlns:a16="http://schemas.microsoft.com/office/drawing/2014/main" id="{CC9F5FDD-DA4D-00DF-4F4E-DB0BD286E8C0}"/>
              </a:ext>
            </a:extLst>
          </p:cNvPr>
          <p:cNvSpPr/>
          <p:nvPr/>
        </p:nvSpPr>
        <p:spPr>
          <a:xfrm>
            <a:off x="4993983" y="2161095"/>
            <a:ext cx="290670" cy="261603"/>
          </a:xfrm>
          <a:prstGeom prst="down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下 9">
            <a:extLst>
              <a:ext uri="{FF2B5EF4-FFF2-40B4-BE49-F238E27FC236}">
                <a16:creationId xmlns:a16="http://schemas.microsoft.com/office/drawing/2014/main" id="{08B4DCBD-9391-78A3-BF39-BCD624700B5B}"/>
              </a:ext>
            </a:extLst>
          </p:cNvPr>
          <p:cNvSpPr/>
          <p:nvPr/>
        </p:nvSpPr>
        <p:spPr>
          <a:xfrm>
            <a:off x="4993983" y="3246009"/>
            <a:ext cx="290670" cy="261603"/>
          </a:xfrm>
          <a:prstGeom prst="down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下 10">
            <a:extLst>
              <a:ext uri="{FF2B5EF4-FFF2-40B4-BE49-F238E27FC236}">
                <a16:creationId xmlns:a16="http://schemas.microsoft.com/office/drawing/2014/main" id="{3C79945F-22A9-AB18-4B12-BE1E707A5B8C}"/>
              </a:ext>
            </a:extLst>
          </p:cNvPr>
          <p:cNvSpPr/>
          <p:nvPr/>
        </p:nvSpPr>
        <p:spPr>
          <a:xfrm>
            <a:off x="4993983" y="4330924"/>
            <a:ext cx="290670" cy="261603"/>
          </a:xfrm>
          <a:prstGeom prst="down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下 11">
            <a:extLst>
              <a:ext uri="{FF2B5EF4-FFF2-40B4-BE49-F238E27FC236}">
                <a16:creationId xmlns:a16="http://schemas.microsoft.com/office/drawing/2014/main" id="{08B4DCBD-9391-78A3-BF39-BCD624700B5B}"/>
              </a:ext>
            </a:extLst>
          </p:cNvPr>
          <p:cNvSpPr/>
          <p:nvPr/>
        </p:nvSpPr>
        <p:spPr>
          <a:xfrm>
            <a:off x="4993983" y="5415838"/>
            <a:ext cx="290670" cy="261603"/>
          </a:xfrm>
          <a:prstGeom prst="down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3" name="Content Placeholder 7">
            <a:extLst>
              <a:ext uri="{FF2B5EF4-FFF2-40B4-BE49-F238E27FC236}">
                <a16:creationId xmlns:a16="http://schemas.microsoft.com/office/drawing/2014/main" id="{2BA8373E-8537-18F8-74DA-81FF9BAE3EF4}"/>
              </a:ext>
            </a:extLst>
          </p:cNvPr>
          <p:cNvPicPr>
            <a:picLocks noGrp="1" noChangeAspect="1"/>
          </p:cNvPicPr>
          <p:nvPr/>
        </p:nvPicPr>
        <p:blipFill>
          <a:blip r:embed="rId2">
            <a:extLst>
              <a:ext uri="{28A0092B-C50C-407E-A947-70E740481C1C}">
                <a14:useLocalDpi xmlns:a14="http://schemas.microsoft.com/office/drawing/2010/main" val="0"/>
              </a:ext>
            </a:extLst>
          </a:blip>
          <a:srcRect l="15250" r="17257" b="14244"/>
          <a:stretch>
            <a:fillRect/>
          </a:stretch>
        </p:blipFill>
        <p:spPr>
          <a:xfrm>
            <a:off x="6554298" y="1433454"/>
            <a:ext cx="2331982" cy="2205819"/>
          </a:xfrm>
          <a:prstGeom prst="rect">
            <a:avLst/>
          </a:prstGeom>
        </p:spPr>
      </p:pic>
      <p:pic>
        <p:nvPicPr>
          <p:cNvPr id="14" name="Picture 9">
            <a:extLst>
              <a:ext uri="{FF2B5EF4-FFF2-40B4-BE49-F238E27FC236}">
                <a16:creationId xmlns:a16="http://schemas.microsoft.com/office/drawing/2014/main" id="{67910631-C629-741B-07AE-B73102CF5BF5}"/>
              </a:ext>
            </a:extLst>
          </p:cNvPr>
          <p:cNvPicPr>
            <a:picLocks noChangeAspect="1"/>
          </p:cNvPicPr>
          <p:nvPr/>
        </p:nvPicPr>
        <p:blipFill>
          <a:blip r:embed="rId3">
            <a:extLst>
              <a:ext uri="{28A0092B-C50C-407E-A947-70E740481C1C}">
                <a14:useLocalDpi xmlns:a14="http://schemas.microsoft.com/office/drawing/2010/main" val="0"/>
              </a:ext>
            </a:extLst>
          </a:blip>
          <a:srcRect l="10959" r="10910" b="13313"/>
          <a:stretch>
            <a:fillRect/>
          </a:stretch>
        </p:blipFill>
        <p:spPr>
          <a:xfrm>
            <a:off x="6552317" y="4115022"/>
            <a:ext cx="2405935" cy="2194246"/>
          </a:xfrm>
          <a:prstGeom prst="rect">
            <a:avLst/>
          </a:prstGeom>
        </p:spPr>
      </p:pic>
      <p:pic>
        <p:nvPicPr>
          <p:cNvPr id="17" name="图片 16">
            <a:extLst>
              <a:ext uri="{FF2B5EF4-FFF2-40B4-BE49-F238E27FC236}">
                <a16:creationId xmlns:a16="http://schemas.microsoft.com/office/drawing/2014/main" id="{D17E27AA-530A-69B1-A436-175E5DDCB4AD}"/>
              </a:ext>
            </a:extLst>
          </p:cNvPr>
          <p:cNvPicPr>
            <a:picLocks noChangeAspect="1"/>
          </p:cNvPicPr>
          <p:nvPr/>
        </p:nvPicPr>
        <p:blipFill>
          <a:blip r:embed="rId4"/>
          <a:stretch>
            <a:fillRect/>
          </a:stretch>
        </p:blipFill>
        <p:spPr>
          <a:xfrm>
            <a:off x="9170581" y="4113471"/>
            <a:ext cx="2575441" cy="2222499"/>
          </a:xfrm>
          <a:prstGeom prst="rect">
            <a:avLst/>
          </a:prstGeom>
        </p:spPr>
      </p:pic>
      <p:pic>
        <p:nvPicPr>
          <p:cNvPr id="18" name="图片 17">
            <a:extLst>
              <a:ext uri="{FF2B5EF4-FFF2-40B4-BE49-F238E27FC236}">
                <a16:creationId xmlns:a16="http://schemas.microsoft.com/office/drawing/2014/main" id="{0E147984-BE92-C09C-D227-4780C307C7A0}"/>
              </a:ext>
            </a:extLst>
          </p:cNvPr>
          <p:cNvPicPr>
            <a:picLocks noChangeAspect="1"/>
          </p:cNvPicPr>
          <p:nvPr/>
        </p:nvPicPr>
        <p:blipFill>
          <a:blip r:embed="rId5"/>
          <a:stretch>
            <a:fillRect/>
          </a:stretch>
        </p:blipFill>
        <p:spPr>
          <a:xfrm>
            <a:off x="9170581" y="1425797"/>
            <a:ext cx="2575441" cy="2204779"/>
          </a:xfrm>
          <a:prstGeom prst="rect">
            <a:avLst/>
          </a:prstGeom>
        </p:spPr>
      </p:pic>
      <p:sp>
        <p:nvSpPr>
          <p:cNvPr id="16" name="Content Placeholder 2">
            <a:extLst>
              <a:ext uri="{FF2B5EF4-FFF2-40B4-BE49-F238E27FC236}">
                <a16:creationId xmlns:a16="http://schemas.microsoft.com/office/drawing/2014/main" id="{2984C315-57BE-8491-9AB7-D44D5634D6F9}"/>
              </a:ext>
            </a:extLst>
          </p:cNvPr>
          <p:cNvSpPr txBox="1">
            <a:spLocks/>
          </p:cNvSpPr>
          <p:nvPr/>
        </p:nvSpPr>
        <p:spPr>
          <a:xfrm>
            <a:off x="310860" y="1615730"/>
            <a:ext cx="3609248" cy="4992392"/>
          </a:xfrm>
          <a:prstGeom prst="rect">
            <a:avLst/>
          </a:prstGeom>
        </p:spPr>
        <p:txBody>
          <a:bodyPr vert="horz" lIns="91440" tIns="45720" rIns="91440" bIns="45720" rtlCol="0" anchor="t">
            <a:normAutofit fontScale="92500" lnSpcReduction="20000"/>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600" b="1">
                <a:solidFill>
                  <a:schemeClr val="tx1"/>
                </a:solidFill>
                <a:latin typeface="Calibri"/>
                <a:ea typeface="Calibri"/>
                <a:cs typeface="Calibri"/>
              </a:rPr>
              <a:t>Walking:</a:t>
            </a:r>
            <a:endParaRPr lang="en-US" altLang="zh-CN" sz="2600">
              <a:solidFill>
                <a:srgbClr val="003865"/>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Max Stable Frequency: </a:t>
            </a:r>
            <a:r>
              <a:rPr lang="en-US" sz="2200">
                <a:solidFill>
                  <a:schemeClr val="tx1"/>
                </a:solidFill>
                <a:latin typeface="Calibri"/>
                <a:ea typeface="Calibri"/>
                <a:cs typeface="Calibri"/>
              </a:rPr>
              <a:t>1.4 steps/s</a:t>
            </a:r>
          </a:p>
          <a:p>
            <a:pPr marL="0" indent="0">
              <a:lnSpc>
                <a:spcPct val="100000"/>
              </a:lnSpc>
              <a:spcBef>
                <a:spcPts val="0"/>
              </a:spcBef>
              <a:buNone/>
            </a:pPr>
            <a:r>
              <a:rPr lang="en-US" sz="2200" b="1">
                <a:solidFill>
                  <a:schemeClr val="tx1"/>
                </a:solidFill>
                <a:latin typeface="Calibri"/>
                <a:ea typeface="Calibri"/>
                <a:cs typeface="Calibri"/>
              </a:rPr>
              <a:t>Max Velocity: </a:t>
            </a:r>
            <a:r>
              <a:rPr lang="en-US" sz="2200">
                <a:solidFill>
                  <a:schemeClr val="tx1"/>
                </a:solidFill>
                <a:latin typeface="Calibri"/>
                <a:ea typeface="Calibri"/>
                <a:cs typeface="Calibri"/>
              </a:rPr>
              <a:t>12 cm/s</a:t>
            </a:r>
            <a:endParaRPr lang="en-US" sz="2200">
              <a:solidFill>
                <a:srgbClr val="003865"/>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Average Drift: ~</a:t>
            </a:r>
            <a:r>
              <a:rPr lang="en-US" sz="2200">
                <a:solidFill>
                  <a:schemeClr val="tx1"/>
                </a:solidFill>
                <a:latin typeface="Calibri"/>
                <a:ea typeface="Calibri"/>
                <a:cs typeface="Calibri"/>
              </a:rPr>
              <a:t>0.8 cm/m (@ max velocity)</a:t>
            </a:r>
          </a:p>
          <a:p>
            <a:pPr marL="0" indent="0">
              <a:lnSpc>
                <a:spcPct val="100000"/>
              </a:lnSpc>
              <a:spcBef>
                <a:spcPts val="0"/>
              </a:spcBef>
              <a:buNone/>
            </a:pPr>
            <a:endParaRPr lang="en-US" sz="2200">
              <a:solidFill>
                <a:schemeClr val="tx1"/>
              </a:solidFill>
              <a:latin typeface="Calibri"/>
              <a:ea typeface="Calibri"/>
              <a:cs typeface="Calibri"/>
            </a:endParaRPr>
          </a:p>
          <a:p>
            <a:pPr marL="0" indent="0">
              <a:lnSpc>
                <a:spcPct val="100000"/>
              </a:lnSpc>
              <a:spcBef>
                <a:spcPts val="0"/>
              </a:spcBef>
              <a:buNone/>
            </a:pPr>
            <a:r>
              <a:rPr lang="en-US" sz="2600" b="1">
                <a:solidFill>
                  <a:srgbClr val="003865"/>
                </a:solidFill>
                <a:latin typeface="Calibri"/>
                <a:ea typeface="Calibri"/>
                <a:cs typeface="Calibri"/>
              </a:rPr>
              <a:t>Turning </a:t>
            </a:r>
            <a:r>
              <a:rPr lang="en-US" sz="2600" b="1">
                <a:solidFill>
                  <a:schemeClr val="tx1"/>
                </a:solidFill>
                <a:latin typeface="Calibri"/>
                <a:ea typeface="Calibri"/>
                <a:cs typeface="Calibri"/>
              </a:rPr>
              <a:t>(with PID balance control): </a:t>
            </a:r>
            <a:endParaRPr lang="en-US" sz="2600">
              <a:solidFill>
                <a:schemeClr val="tx1"/>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Average Yaw Speed: </a:t>
            </a:r>
            <a:r>
              <a:rPr lang="en-US" sz="2200">
                <a:solidFill>
                  <a:schemeClr val="tx1"/>
                </a:solidFill>
                <a:latin typeface="Calibri"/>
                <a:ea typeface="Calibri"/>
                <a:cs typeface="Calibri"/>
              </a:rPr>
              <a:t>0.424 rad/s</a:t>
            </a:r>
          </a:p>
          <a:p>
            <a:pPr marL="0" indent="0">
              <a:lnSpc>
                <a:spcPct val="100000"/>
              </a:lnSpc>
              <a:spcBef>
                <a:spcPts val="0"/>
              </a:spcBef>
              <a:buNone/>
            </a:pPr>
            <a:r>
              <a:rPr lang="en-US" sz="2200" b="1">
                <a:solidFill>
                  <a:schemeClr val="tx1"/>
                </a:solidFill>
                <a:latin typeface="Calibri"/>
                <a:ea typeface="Calibri"/>
                <a:cs typeface="Calibri"/>
              </a:rPr>
              <a:t>Max Yaw Speed: </a:t>
            </a:r>
            <a:r>
              <a:rPr lang="en-US" sz="2200">
                <a:solidFill>
                  <a:schemeClr val="tx1"/>
                </a:solidFill>
                <a:latin typeface="Calibri"/>
                <a:ea typeface="Calibri"/>
                <a:cs typeface="Calibri"/>
              </a:rPr>
              <a:t>0.831 rad/s</a:t>
            </a:r>
          </a:p>
          <a:p>
            <a:pPr marL="0" indent="0">
              <a:lnSpc>
                <a:spcPct val="100000"/>
              </a:lnSpc>
              <a:spcBef>
                <a:spcPts val="0"/>
              </a:spcBef>
              <a:buNone/>
            </a:pPr>
            <a:endParaRPr lang="en-US" sz="2200">
              <a:solidFill>
                <a:schemeClr val="tx1"/>
              </a:solidFill>
              <a:latin typeface="Calibri"/>
              <a:ea typeface="Calibri"/>
              <a:cs typeface="Calibri"/>
            </a:endParaRPr>
          </a:p>
          <a:p>
            <a:pPr marL="0" indent="0">
              <a:lnSpc>
                <a:spcPct val="100000"/>
              </a:lnSpc>
              <a:spcBef>
                <a:spcPts val="0"/>
              </a:spcBef>
              <a:buNone/>
            </a:pPr>
            <a:r>
              <a:rPr lang="en-US" sz="2600" b="1">
                <a:solidFill>
                  <a:schemeClr val="tx1"/>
                </a:solidFill>
                <a:latin typeface="Calibri"/>
                <a:ea typeface="Calibri"/>
                <a:cs typeface="Calibri"/>
              </a:rPr>
              <a:t>Kicking:</a:t>
            </a:r>
            <a:endParaRPr lang="en-US" sz="2600">
              <a:solidFill>
                <a:schemeClr val="tx1"/>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Kick Distance: ~</a:t>
            </a:r>
            <a:r>
              <a:rPr lang="en-US" sz="2200">
                <a:solidFill>
                  <a:schemeClr val="tx1"/>
                </a:solidFill>
                <a:latin typeface="Calibri"/>
                <a:ea typeface="Calibri"/>
                <a:cs typeface="Calibri"/>
              </a:rPr>
              <a:t>1.3m</a:t>
            </a:r>
          </a:p>
          <a:p>
            <a:pPr marL="0" indent="0">
              <a:lnSpc>
                <a:spcPct val="100000"/>
              </a:lnSpc>
              <a:spcBef>
                <a:spcPts val="0"/>
              </a:spcBef>
              <a:buNone/>
            </a:pPr>
            <a:endParaRPr lang="en-US" sz="2200">
              <a:solidFill>
                <a:schemeClr val="tx1"/>
              </a:solidFill>
              <a:latin typeface="Calibri"/>
              <a:ea typeface="Calibri"/>
              <a:cs typeface="Calibri"/>
            </a:endParaRPr>
          </a:p>
          <a:p>
            <a:pPr marL="0" indent="0">
              <a:lnSpc>
                <a:spcPct val="100000"/>
              </a:lnSpc>
              <a:spcBef>
                <a:spcPts val="0"/>
              </a:spcBef>
              <a:buNone/>
            </a:pPr>
            <a:r>
              <a:rPr lang="en-US" sz="2600" b="1">
                <a:solidFill>
                  <a:schemeClr val="tx1"/>
                </a:solidFill>
                <a:latin typeface="Calibri"/>
                <a:ea typeface="Calibri"/>
                <a:cs typeface="Calibri"/>
              </a:rPr>
              <a:t>Recovery from fall:</a:t>
            </a:r>
            <a:endParaRPr lang="en-US" sz="2600">
              <a:solidFill>
                <a:schemeClr val="tx1"/>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Recovery Time: </a:t>
            </a:r>
            <a:r>
              <a:rPr lang="en-US" sz="2200">
                <a:solidFill>
                  <a:schemeClr val="tx1"/>
                </a:solidFill>
                <a:latin typeface="Calibri"/>
                <a:ea typeface="Calibri"/>
                <a:cs typeface="Calibri"/>
              </a:rPr>
              <a:t>~26s (from lying on back)</a:t>
            </a:r>
            <a:endParaRPr lang="en-IE"/>
          </a:p>
        </p:txBody>
      </p:sp>
    </p:spTree>
    <p:extLst>
      <p:ext uri="{BB962C8B-B14F-4D97-AF65-F5344CB8AC3E}">
        <p14:creationId xmlns:p14="http://schemas.microsoft.com/office/powerpoint/2010/main" val="1232634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118E7-BB93-E66A-547E-3F654C0A2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0F664F-84D4-10F6-D7EA-1605874CE3CA}"/>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latin typeface="Arial"/>
                <a:cs typeface="Arial"/>
              </a:rPr>
              <a:t>Methodology (2D)</a:t>
            </a:r>
            <a:endParaRPr lang="en-IE" sz="4800" noProof="0">
              <a:solidFill>
                <a:schemeClr val="tx1"/>
              </a:solidFill>
            </a:endParaRPr>
          </a:p>
        </p:txBody>
      </p:sp>
    </p:spTree>
    <p:extLst>
      <p:ext uri="{BB962C8B-B14F-4D97-AF65-F5344CB8AC3E}">
        <p14:creationId xmlns:p14="http://schemas.microsoft.com/office/powerpoint/2010/main" val="2843745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A5424-B679-554A-935B-2CF2EFD17240}"/>
              </a:ext>
            </a:extLst>
          </p:cNvPr>
          <p:cNvSpPr>
            <a:spLocks noGrp="1"/>
          </p:cNvSpPr>
          <p:nvPr>
            <p:ph type="title"/>
          </p:nvPr>
        </p:nvSpPr>
        <p:spPr/>
        <p:txBody>
          <a:bodyPr/>
          <a:lstStyle/>
          <a:p>
            <a:r>
              <a:rPr lang="en-US">
                <a:solidFill>
                  <a:schemeClr val="tx1"/>
                </a:solidFill>
                <a:latin typeface="Arial"/>
                <a:cs typeface="Arial"/>
              </a:rPr>
              <a:t>How we</a:t>
            </a:r>
            <a:r>
              <a:rPr lang="en-US" altLang="zh-CN">
                <a:solidFill>
                  <a:schemeClr val="tx1"/>
                </a:solidFill>
                <a:latin typeface="Arial"/>
                <a:ea typeface="等线 Light"/>
                <a:cs typeface="Arial"/>
              </a:rPr>
              <a:t> develop a 2D model</a:t>
            </a:r>
            <a:endParaRPr lang="zh-CN" altLang="en-US">
              <a:solidFill>
                <a:schemeClr val="tx1"/>
              </a:solidFill>
              <a:latin typeface="Arial"/>
              <a:cs typeface="Arial"/>
            </a:endParaRPr>
          </a:p>
        </p:txBody>
      </p:sp>
      <p:pic>
        <p:nvPicPr>
          <p:cNvPr id="4" name="图片 3" descr="图片包含 地图&#10;&#10;AI 生成的内容可能不正确。">
            <a:extLst>
              <a:ext uri="{FF2B5EF4-FFF2-40B4-BE49-F238E27FC236}">
                <a16:creationId xmlns:a16="http://schemas.microsoft.com/office/drawing/2014/main" id="{8AB51D6C-B315-B02D-DEF5-500B2152B381}"/>
              </a:ext>
            </a:extLst>
          </p:cNvPr>
          <p:cNvPicPr>
            <a:picLocks noChangeAspect="1"/>
          </p:cNvPicPr>
          <p:nvPr/>
        </p:nvPicPr>
        <p:blipFill>
          <a:blip r:embed="rId3"/>
          <a:stretch>
            <a:fillRect/>
          </a:stretch>
        </p:blipFill>
        <p:spPr>
          <a:xfrm>
            <a:off x="7404629" y="1638832"/>
            <a:ext cx="3350444" cy="2188183"/>
          </a:xfrm>
          <a:prstGeom prst="rect">
            <a:avLst/>
          </a:prstGeom>
        </p:spPr>
      </p:pic>
      <p:sp>
        <p:nvSpPr>
          <p:cNvPr id="6" name="TextBox 48">
            <a:extLst>
              <a:ext uri="{FF2B5EF4-FFF2-40B4-BE49-F238E27FC236}">
                <a16:creationId xmlns:a16="http://schemas.microsoft.com/office/drawing/2014/main" id="{5FEA1454-F47E-04D1-19FC-B80E27CAF67A}"/>
              </a:ext>
            </a:extLst>
          </p:cNvPr>
          <p:cNvSpPr txBox="1"/>
          <p:nvPr/>
        </p:nvSpPr>
        <p:spPr>
          <a:xfrm>
            <a:off x="508601" y="1910911"/>
            <a:ext cx="6096964" cy="2246769"/>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latin typeface="Arial"/>
                <a:cs typeface="Arial"/>
              </a:rPr>
              <a:t>Solution for the bottleneck we've met:</a:t>
            </a:r>
          </a:p>
          <a:p>
            <a:pPr marL="0" indent="0">
              <a:buNone/>
            </a:pPr>
            <a:r>
              <a:rPr lang="en-US" sz="2000">
                <a:solidFill>
                  <a:srgbClr val="FF0000"/>
                </a:solidFill>
                <a:latin typeface="Arial"/>
                <a:cs typeface="Arial"/>
              </a:rPr>
              <a:t>2D Simulation </a:t>
            </a:r>
            <a:r>
              <a:rPr lang="en-US" sz="2000">
                <a:latin typeface="Arial"/>
                <a:cs typeface="Arial"/>
              </a:rPr>
              <a:t>for behavioral development</a:t>
            </a:r>
          </a:p>
          <a:p>
            <a:pPr marL="0" indent="0">
              <a:buNone/>
            </a:pPr>
            <a:endParaRPr lang="en-US" sz="2000">
              <a:latin typeface="Arial" panose="020B0604020202020204" pitchFamily="34" charset="0"/>
              <a:cs typeface="Arial" panose="020B0604020202020204" pitchFamily="34" charset="0"/>
            </a:endParaRPr>
          </a:p>
          <a:p>
            <a:pPr marL="342900" indent="-342900">
              <a:buFont typeface="+mj-lt"/>
              <a:buAutoNum type="arabicPeriod"/>
            </a:pPr>
            <a:r>
              <a:rPr lang="en-US" sz="2000">
                <a:latin typeface="Arial"/>
                <a:cs typeface="Arial"/>
              </a:rPr>
              <a:t>Much quicker to run simulations</a:t>
            </a:r>
          </a:p>
          <a:p>
            <a:pPr marL="342900" indent="-342900">
              <a:buAutoNum type="arabicPeriod"/>
            </a:pPr>
            <a:endParaRPr lang="en-US" sz="2000">
              <a:latin typeface="Arial"/>
              <a:cs typeface="Arial"/>
            </a:endParaRPr>
          </a:p>
          <a:p>
            <a:pPr marL="342900" indent="-342900">
              <a:buFont typeface="+mj-lt"/>
              <a:buAutoNum type="arabicPeriod"/>
            </a:pPr>
            <a:r>
              <a:rPr lang="en-US" sz="2000">
                <a:latin typeface="Arial"/>
                <a:cs typeface="Arial"/>
              </a:rPr>
              <a:t>Start behavioral development while continually updating with kinematic parameters from 3D</a:t>
            </a:r>
          </a:p>
        </p:txBody>
      </p:sp>
      <p:pic>
        <p:nvPicPr>
          <p:cNvPr id="7" name="图片 6" descr="图表&#10;&#10;AI 生成的内容可能不正确。">
            <a:extLst>
              <a:ext uri="{FF2B5EF4-FFF2-40B4-BE49-F238E27FC236}">
                <a16:creationId xmlns:a16="http://schemas.microsoft.com/office/drawing/2014/main" id="{CC549D80-5488-56CA-B3CD-880F6BD04D31}"/>
              </a:ext>
            </a:extLst>
          </p:cNvPr>
          <p:cNvPicPr>
            <a:picLocks noChangeAspect="1"/>
          </p:cNvPicPr>
          <p:nvPr/>
        </p:nvPicPr>
        <p:blipFill>
          <a:blip r:embed="rId4"/>
          <a:stretch>
            <a:fillRect/>
          </a:stretch>
        </p:blipFill>
        <p:spPr>
          <a:xfrm>
            <a:off x="7371080" y="4104640"/>
            <a:ext cx="3423920" cy="2489200"/>
          </a:xfrm>
          <a:prstGeom prst="rect">
            <a:avLst/>
          </a:prstGeom>
        </p:spPr>
      </p:pic>
    </p:spTree>
    <p:extLst>
      <p:ext uri="{BB962C8B-B14F-4D97-AF65-F5344CB8AC3E}">
        <p14:creationId xmlns:p14="http://schemas.microsoft.com/office/powerpoint/2010/main" val="3039843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21AD2-EA1B-0EFE-73AA-D3FA38776B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4A7CF7-434B-5EBE-4B38-2B1A61608B99}"/>
              </a:ext>
            </a:extLst>
          </p:cNvPr>
          <p:cNvSpPr>
            <a:spLocks noGrp="1"/>
          </p:cNvSpPr>
          <p:nvPr>
            <p:ph type="title"/>
          </p:nvPr>
        </p:nvSpPr>
        <p:spPr>
          <a:xfrm>
            <a:off x="2565446" y="509088"/>
            <a:ext cx="9160163" cy="523026"/>
          </a:xfrm>
        </p:spPr>
        <p:txBody>
          <a:bodyPr/>
          <a:lstStyle/>
          <a:p>
            <a:r>
              <a:rPr lang="en-IE">
                <a:solidFill>
                  <a:schemeClr val="tx1"/>
                </a:solidFill>
                <a:latin typeface="Arial"/>
                <a:cs typeface="Arial"/>
              </a:rPr>
              <a:t>How we made the model realistic</a:t>
            </a:r>
            <a:r>
              <a:rPr lang="en-US">
                <a:solidFill>
                  <a:schemeClr val="tx1"/>
                </a:solidFill>
                <a:latin typeface="Arial"/>
                <a:cs typeface="Arial"/>
              </a:rPr>
              <a:t>: </a:t>
            </a:r>
            <a:endParaRPr lang="en-US">
              <a:solidFill>
                <a:schemeClr val="tx1"/>
              </a:solidFill>
            </a:endParaRPr>
          </a:p>
        </p:txBody>
      </p:sp>
      <p:pic>
        <p:nvPicPr>
          <p:cNvPr id="8" name="Content Placeholder 7">
            <a:extLst>
              <a:ext uri="{FF2B5EF4-FFF2-40B4-BE49-F238E27FC236}">
                <a16:creationId xmlns:a16="http://schemas.microsoft.com/office/drawing/2014/main" id="{2BA8373E-8537-18F8-74DA-81FF9BAE3EF4}"/>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rcRect l="15250" r="17257" b="14244"/>
          <a:stretch>
            <a:fillRect/>
          </a:stretch>
        </p:blipFill>
        <p:spPr>
          <a:xfrm>
            <a:off x="4388795" y="1726959"/>
            <a:ext cx="2131797" cy="2031465"/>
          </a:xfrm>
        </p:spPr>
      </p:pic>
      <p:pic>
        <p:nvPicPr>
          <p:cNvPr id="10" name="Picture 9">
            <a:extLst>
              <a:ext uri="{FF2B5EF4-FFF2-40B4-BE49-F238E27FC236}">
                <a16:creationId xmlns:a16="http://schemas.microsoft.com/office/drawing/2014/main" id="{67910631-C629-741B-07AE-B73102CF5BF5}"/>
              </a:ext>
            </a:extLst>
          </p:cNvPr>
          <p:cNvPicPr>
            <a:picLocks noChangeAspect="1"/>
          </p:cNvPicPr>
          <p:nvPr/>
        </p:nvPicPr>
        <p:blipFill>
          <a:blip r:embed="rId4">
            <a:extLst>
              <a:ext uri="{28A0092B-C50C-407E-A947-70E740481C1C}">
                <a14:useLocalDpi xmlns:a14="http://schemas.microsoft.com/office/drawing/2010/main" val="0"/>
              </a:ext>
            </a:extLst>
          </a:blip>
          <a:srcRect l="10959" r="10910" b="13313"/>
          <a:stretch>
            <a:fillRect/>
          </a:stretch>
        </p:blipFill>
        <p:spPr>
          <a:xfrm>
            <a:off x="4211986" y="4343668"/>
            <a:ext cx="2476268" cy="2060588"/>
          </a:xfrm>
          <a:prstGeom prst="rect">
            <a:avLst/>
          </a:prstGeom>
        </p:spPr>
      </p:pic>
      <p:pic>
        <p:nvPicPr>
          <p:cNvPr id="14" name="Picture 13">
            <a:extLst>
              <a:ext uri="{FF2B5EF4-FFF2-40B4-BE49-F238E27FC236}">
                <a16:creationId xmlns:a16="http://schemas.microsoft.com/office/drawing/2014/main" id="{96A06231-5BEF-41B9-17DC-64169C8CD2C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88483" y="1519831"/>
            <a:ext cx="3893645" cy="2502740"/>
          </a:xfrm>
          <a:prstGeom prst="rect">
            <a:avLst/>
          </a:prstGeom>
        </p:spPr>
      </p:pic>
      <p:pic>
        <p:nvPicPr>
          <p:cNvPr id="16" name="Picture 15">
            <a:extLst>
              <a:ext uri="{FF2B5EF4-FFF2-40B4-BE49-F238E27FC236}">
                <a16:creationId xmlns:a16="http://schemas.microsoft.com/office/drawing/2014/main" id="{C1D4A48F-57EE-230B-7BC0-206F66B353A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7911" y="4157195"/>
            <a:ext cx="3954788" cy="2583185"/>
          </a:xfrm>
          <a:prstGeom prst="rect">
            <a:avLst/>
          </a:prstGeom>
        </p:spPr>
      </p:pic>
      <p:sp>
        <p:nvSpPr>
          <p:cNvPr id="3" name="TextBox 2">
            <a:extLst>
              <a:ext uri="{FF2B5EF4-FFF2-40B4-BE49-F238E27FC236}">
                <a16:creationId xmlns:a16="http://schemas.microsoft.com/office/drawing/2014/main" id="{689922BD-DCAF-1355-A329-5160D3F8D080}"/>
              </a:ext>
            </a:extLst>
          </p:cNvPr>
          <p:cNvSpPr txBox="1"/>
          <p:nvPr/>
        </p:nvSpPr>
        <p:spPr>
          <a:xfrm>
            <a:off x="6044522" y="1721691"/>
            <a:ext cx="651018" cy="400110"/>
          </a:xfrm>
          <a:prstGeom prst="rect">
            <a:avLst/>
          </a:prstGeom>
          <a:noFill/>
        </p:spPr>
        <p:txBody>
          <a:bodyPr wrap="square" rtlCol="0">
            <a:spAutoFit/>
          </a:bodyPr>
          <a:lstStyle/>
          <a:p>
            <a:r>
              <a:rPr lang="en-IE" sz="2000"/>
              <a:t>2X</a:t>
            </a:r>
          </a:p>
        </p:txBody>
      </p:sp>
      <p:sp>
        <p:nvSpPr>
          <p:cNvPr id="5" name="TextBox 4">
            <a:extLst>
              <a:ext uri="{FF2B5EF4-FFF2-40B4-BE49-F238E27FC236}">
                <a16:creationId xmlns:a16="http://schemas.microsoft.com/office/drawing/2014/main" id="{6B810646-4837-1150-19E2-8DF036D357C0}"/>
              </a:ext>
            </a:extLst>
          </p:cNvPr>
          <p:cNvSpPr txBox="1"/>
          <p:nvPr/>
        </p:nvSpPr>
        <p:spPr>
          <a:xfrm>
            <a:off x="6323567" y="4329107"/>
            <a:ext cx="892628" cy="400110"/>
          </a:xfrm>
          <a:prstGeom prst="rect">
            <a:avLst/>
          </a:prstGeom>
          <a:noFill/>
        </p:spPr>
        <p:txBody>
          <a:bodyPr wrap="square" rtlCol="0">
            <a:spAutoFit/>
          </a:bodyPr>
          <a:lstStyle/>
          <a:p>
            <a:r>
              <a:rPr lang="en-IE" sz="2000"/>
              <a:t>2X</a:t>
            </a:r>
          </a:p>
        </p:txBody>
      </p:sp>
      <p:graphicFrame>
        <p:nvGraphicFramePr>
          <p:cNvPr id="4" name="表格 3">
            <a:extLst>
              <a:ext uri="{FF2B5EF4-FFF2-40B4-BE49-F238E27FC236}">
                <a16:creationId xmlns:a16="http://schemas.microsoft.com/office/drawing/2014/main" id="{8A05CB18-53B9-8EBA-A7F2-8FAAE4791896}"/>
              </a:ext>
            </a:extLst>
          </p:cNvPr>
          <p:cNvGraphicFramePr>
            <a:graphicFrameLocks noGrp="1"/>
          </p:cNvGraphicFramePr>
          <p:nvPr>
            <p:extLst>
              <p:ext uri="{D42A27DB-BD31-4B8C-83A1-F6EECF244321}">
                <p14:modId xmlns:p14="http://schemas.microsoft.com/office/powerpoint/2010/main" val="2925476226"/>
              </p:ext>
            </p:extLst>
          </p:nvPr>
        </p:nvGraphicFramePr>
        <p:xfrm>
          <a:off x="6766560" y="1412240"/>
          <a:ext cx="5255415" cy="5209226"/>
        </p:xfrm>
        <a:graphic>
          <a:graphicData uri="http://schemas.openxmlformats.org/drawingml/2006/table">
            <a:tbl>
              <a:tblPr firstRow="1" bandRow="1">
                <a:tableStyleId>{5C22544A-7EE6-4342-B048-85BDC9FD1C3A}</a:tableStyleId>
              </a:tblPr>
              <a:tblGrid>
                <a:gridCol w="1280302">
                  <a:extLst>
                    <a:ext uri="{9D8B030D-6E8A-4147-A177-3AD203B41FA5}">
                      <a16:colId xmlns:a16="http://schemas.microsoft.com/office/drawing/2014/main" val="307696749"/>
                    </a:ext>
                  </a:extLst>
                </a:gridCol>
                <a:gridCol w="2144784">
                  <a:extLst>
                    <a:ext uri="{9D8B030D-6E8A-4147-A177-3AD203B41FA5}">
                      <a16:colId xmlns:a16="http://schemas.microsoft.com/office/drawing/2014/main" val="4210415174"/>
                    </a:ext>
                  </a:extLst>
                </a:gridCol>
                <a:gridCol w="1830329">
                  <a:extLst>
                    <a:ext uri="{9D8B030D-6E8A-4147-A177-3AD203B41FA5}">
                      <a16:colId xmlns:a16="http://schemas.microsoft.com/office/drawing/2014/main" val="4182588236"/>
                    </a:ext>
                  </a:extLst>
                </a:gridCol>
              </a:tblGrid>
              <a:tr h="847986">
                <a:tc>
                  <a:txBody>
                    <a:bodyPr/>
                    <a:lstStyle/>
                    <a:p>
                      <a:r>
                        <a:rPr lang="zh-CN" altLang="en-US" sz="2000"/>
                        <a:t>Category</a:t>
                      </a:r>
                    </a:p>
                  </a:txBody>
                  <a:tcPr/>
                </a:tc>
                <a:tc>
                  <a:txBody>
                    <a:bodyPr/>
                    <a:lstStyle/>
                    <a:p>
                      <a:r>
                        <a:rPr lang="zh-CN" altLang="en-US" sz="2000"/>
                        <a:t>Metric</a:t>
                      </a:r>
                    </a:p>
                  </a:txBody>
                  <a:tcPr/>
                </a:tc>
                <a:tc>
                  <a:txBody>
                    <a:bodyPr/>
                    <a:lstStyle/>
                    <a:p>
                      <a:r>
                        <a:rPr lang="zh-CN" altLang="en-US" sz="2000"/>
                        <a:t>Value</a:t>
                      </a:r>
                    </a:p>
                  </a:txBody>
                  <a:tcPr/>
                </a:tc>
                <a:extLst>
                  <a:ext uri="{0D108BD9-81ED-4DB2-BD59-A6C34878D82A}">
                    <a16:rowId xmlns:a16="http://schemas.microsoft.com/office/drawing/2014/main" val="356964771"/>
                  </a:ext>
                </a:extLst>
              </a:tr>
              <a:tr h="457341">
                <a:tc rowSpan="3">
                  <a:txBody>
                    <a:bodyPr/>
                    <a:lstStyle/>
                    <a:p>
                      <a:r>
                        <a:rPr lang="zh-CN" altLang="en-US" sz="2000"/>
                        <a:t>Walking</a:t>
                      </a:r>
                    </a:p>
                  </a:txBody>
                  <a:tcPr/>
                </a:tc>
                <a:tc>
                  <a:txBody>
                    <a:bodyPr/>
                    <a:lstStyle/>
                    <a:p>
                      <a:pPr lvl="0">
                        <a:buNone/>
                      </a:pPr>
                      <a:r>
                        <a:rPr lang="zh-CN" sz="2000" b="0" i="0" u="none" strike="noStrike" baseline="0" noProof="0">
                          <a:solidFill>
                            <a:srgbClr val="003865"/>
                          </a:solidFill>
                          <a:latin typeface="等线"/>
                          <a:ea typeface="等线"/>
                        </a:rPr>
                        <a:t>Stable Frequency</a:t>
                      </a:r>
                      <a:endParaRPr lang="zh-CN" sz="2000"/>
                    </a:p>
                  </a:txBody>
                  <a:tcPr/>
                </a:tc>
                <a:tc>
                  <a:txBody>
                    <a:bodyPr/>
                    <a:lstStyle/>
                    <a:p>
                      <a:pPr marL="0" lvl="0" indent="0" algn="l">
                        <a:lnSpc>
                          <a:spcPct val="100000"/>
                        </a:lnSpc>
                        <a:buNone/>
                      </a:pPr>
                      <a:r>
                        <a:rPr lang="en-US" altLang="zh-CN" sz="2000" b="0" i="0" u="none" strike="noStrike" baseline="0" noProof="0">
                          <a:solidFill>
                            <a:srgbClr val="003865"/>
                          </a:solidFill>
                          <a:latin typeface="等线"/>
                          <a:ea typeface="等线"/>
                          <a:cs typeface="Calibri"/>
                        </a:rPr>
                        <a:t>1.4 steps/s</a:t>
                      </a:r>
                      <a:endParaRPr lang="zh-CN" altLang="en-US" sz="2000" b="0" i="0" u="none" strike="noStrike" baseline="0" noProof="0">
                        <a:solidFill>
                          <a:srgbClr val="003865"/>
                        </a:solidFill>
                        <a:latin typeface="等线"/>
                        <a:ea typeface="等线"/>
                        <a:cs typeface="Calibri"/>
                      </a:endParaRPr>
                    </a:p>
                  </a:txBody>
                  <a:tcPr/>
                </a:tc>
                <a:extLst>
                  <a:ext uri="{0D108BD9-81ED-4DB2-BD59-A6C34878D82A}">
                    <a16:rowId xmlns:a16="http://schemas.microsoft.com/office/drawing/2014/main" val="4090000555"/>
                  </a:ext>
                </a:extLst>
              </a:tr>
              <a:tr h="428757">
                <a:tc vMerge="1">
                  <a:txBody>
                    <a:bodyPr/>
                    <a:lstStyle/>
                    <a:p>
                      <a:endParaRPr lang="zh-CN" altLang="en-US"/>
                    </a:p>
                  </a:txBody>
                  <a:tcPr/>
                </a:tc>
                <a:tc>
                  <a:txBody>
                    <a:bodyPr/>
                    <a:lstStyle/>
                    <a:p>
                      <a:pPr lvl="0">
                        <a:buNone/>
                      </a:pPr>
                      <a:r>
                        <a:rPr lang="zh-CN" sz="2000" b="0" i="0" u="none" strike="noStrike" baseline="0" noProof="0">
                          <a:solidFill>
                            <a:srgbClr val="003865"/>
                          </a:solidFill>
                          <a:latin typeface="等线"/>
                          <a:ea typeface="等线"/>
                        </a:rPr>
                        <a:t>Max Velocity</a:t>
                      </a:r>
                      <a:endParaRPr lang="zh-CN" sz="2000"/>
                    </a:p>
                  </a:txBody>
                  <a:tcPr/>
                </a:tc>
                <a:tc>
                  <a:txBody>
                    <a:bodyPr/>
                    <a:lstStyle/>
                    <a:p>
                      <a:pPr lvl="0">
                        <a:buNone/>
                      </a:pPr>
                      <a:r>
                        <a:rPr lang="zh-CN" sz="2000" b="0" i="0" u="none" strike="noStrike" baseline="0" noProof="0">
                          <a:solidFill>
                            <a:srgbClr val="003865"/>
                          </a:solidFill>
                          <a:latin typeface="等线"/>
                          <a:ea typeface="等线"/>
                        </a:rPr>
                        <a:t>12 cm/s</a:t>
                      </a:r>
                      <a:endParaRPr lang="zh-CN" sz="2000"/>
                    </a:p>
                  </a:txBody>
                  <a:tcPr/>
                </a:tc>
                <a:extLst>
                  <a:ext uri="{0D108BD9-81ED-4DB2-BD59-A6C34878D82A}">
                    <a16:rowId xmlns:a16="http://schemas.microsoft.com/office/drawing/2014/main" val="3472100216"/>
                  </a:ext>
                </a:extLst>
              </a:tr>
              <a:tr h="600259">
                <a:tc vMerge="1">
                  <a:txBody>
                    <a:bodyPr/>
                    <a:lstStyle/>
                    <a:p>
                      <a:endParaRPr lang="zh-CN" altLang="en-US"/>
                    </a:p>
                  </a:txBody>
                  <a:tcPr/>
                </a:tc>
                <a:tc>
                  <a:txBody>
                    <a:bodyPr/>
                    <a:lstStyle/>
                    <a:p>
                      <a:pPr lvl="0">
                        <a:buNone/>
                      </a:pPr>
                      <a:r>
                        <a:rPr lang="zh-CN" sz="2000" b="0" i="0" u="none" strike="noStrike" baseline="0" noProof="0">
                          <a:solidFill>
                            <a:srgbClr val="003865"/>
                          </a:solidFill>
                          <a:latin typeface="等线"/>
                          <a:ea typeface="等线"/>
                        </a:rPr>
                        <a:t>Average Drift</a:t>
                      </a:r>
                      <a:endParaRPr lang="zh-CN" sz="2000"/>
                    </a:p>
                  </a:txBody>
                  <a:tcPr/>
                </a:tc>
                <a:tc>
                  <a:txBody>
                    <a:bodyPr/>
                    <a:lstStyle/>
                    <a:p>
                      <a:pPr lvl="0">
                        <a:buNone/>
                      </a:pPr>
                      <a:r>
                        <a:rPr lang="zh-CN" sz="2000" b="0" i="0" u="none" strike="noStrike" baseline="0" noProof="0">
                          <a:solidFill>
                            <a:srgbClr val="003865"/>
                          </a:solidFill>
                          <a:latin typeface="等线"/>
                          <a:ea typeface="等线"/>
                        </a:rPr>
                        <a:t>~0.8 cm/m (@ max velocity)</a:t>
                      </a:r>
                      <a:endParaRPr lang="zh-CN" sz="2000"/>
                    </a:p>
                  </a:txBody>
                  <a:tcPr/>
                </a:tc>
                <a:extLst>
                  <a:ext uri="{0D108BD9-81ED-4DB2-BD59-A6C34878D82A}">
                    <a16:rowId xmlns:a16="http://schemas.microsoft.com/office/drawing/2014/main" val="3767778749"/>
                  </a:ext>
                </a:extLst>
              </a:tr>
              <a:tr h="600259">
                <a:tc rowSpan="2">
                  <a:txBody>
                    <a:bodyPr/>
                    <a:lstStyle/>
                    <a:p>
                      <a:r>
                        <a:rPr lang="zh-CN" altLang="en-US" sz="2000"/>
                        <a:t>Turning</a:t>
                      </a:r>
                    </a:p>
                  </a:txBody>
                  <a:tcPr/>
                </a:tc>
                <a:tc>
                  <a:txBody>
                    <a:bodyPr/>
                    <a:lstStyle/>
                    <a:p>
                      <a:pPr lvl="0">
                        <a:buNone/>
                      </a:pPr>
                      <a:r>
                        <a:rPr lang="zh-CN" sz="2000" b="0" i="0" u="none" strike="noStrike" baseline="0" noProof="0">
                          <a:solidFill>
                            <a:srgbClr val="003865"/>
                          </a:solidFill>
                          <a:latin typeface="等线"/>
                          <a:ea typeface="等线"/>
                        </a:rPr>
                        <a:t>Average Yaw Speed</a:t>
                      </a:r>
                      <a:endParaRPr lang="zh-CN" sz="2000"/>
                    </a:p>
                  </a:txBody>
                  <a:tcPr/>
                </a:tc>
                <a:tc>
                  <a:txBody>
                    <a:bodyPr/>
                    <a:lstStyle/>
                    <a:p>
                      <a:pPr marL="0" lvl="0" indent="0" algn="l">
                        <a:lnSpc>
                          <a:spcPct val="100000"/>
                        </a:lnSpc>
                        <a:buNone/>
                      </a:pPr>
                      <a:r>
                        <a:rPr lang="zh-CN" sz="2000" b="0" i="0" u="none" strike="noStrike" baseline="0" noProof="0">
                          <a:solidFill>
                            <a:srgbClr val="003865"/>
                          </a:solidFill>
                          <a:latin typeface="等线"/>
                          <a:ea typeface="等线"/>
                        </a:rPr>
                        <a:t>0.424 rad/s</a:t>
                      </a:r>
                    </a:p>
                  </a:txBody>
                  <a:tcPr/>
                </a:tc>
                <a:extLst>
                  <a:ext uri="{0D108BD9-81ED-4DB2-BD59-A6C34878D82A}">
                    <a16:rowId xmlns:a16="http://schemas.microsoft.com/office/drawing/2014/main" val="2433433893"/>
                  </a:ext>
                </a:extLst>
              </a:tr>
              <a:tr h="495452">
                <a:tc vMerge="1">
                  <a:txBody>
                    <a:bodyPr/>
                    <a:lstStyle/>
                    <a:p>
                      <a:endParaRPr lang="zh-CN" altLang="en-US"/>
                    </a:p>
                  </a:txBody>
                  <a:tcPr/>
                </a:tc>
                <a:tc>
                  <a:txBody>
                    <a:bodyPr/>
                    <a:lstStyle/>
                    <a:p>
                      <a:pPr lvl="0">
                        <a:buNone/>
                      </a:pPr>
                      <a:r>
                        <a:rPr lang="zh-CN" sz="2000" b="0" i="0" u="none" strike="noStrike" baseline="0" noProof="0">
                          <a:solidFill>
                            <a:srgbClr val="003865"/>
                          </a:solidFill>
                          <a:latin typeface="等线"/>
                          <a:ea typeface="等线"/>
                        </a:rPr>
                        <a:t>Max Yaw Speed</a:t>
                      </a:r>
                      <a:endParaRPr lang="zh-CN" sz="2000"/>
                    </a:p>
                  </a:txBody>
                  <a:tcPr/>
                </a:tc>
                <a:tc>
                  <a:txBody>
                    <a:bodyPr/>
                    <a:lstStyle/>
                    <a:p>
                      <a:pPr marL="0" lvl="0" indent="0" algn="l">
                        <a:lnSpc>
                          <a:spcPct val="100000"/>
                        </a:lnSpc>
                        <a:buNone/>
                      </a:pPr>
                      <a:r>
                        <a:rPr lang="zh-CN" sz="2000" b="0" i="0" u="none" strike="noStrike" baseline="0" noProof="0">
                          <a:solidFill>
                            <a:srgbClr val="003865"/>
                          </a:solidFill>
                          <a:latin typeface="等线"/>
                          <a:ea typeface="等线"/>
                        </a:rPr>
                        <a:t>0.831 rad/s</a:t>
                      </a:r>
                    </a:p>
                  </a:txBody>
                  <a:tcPr/>
                </a:tc>
                <a:extLst>
                  <a:ext uri="{0D108BD9-81ED-4DB2-BD59-A6C34878D82A}">
                    <a16:rowId xmlns:a16="http://schemas.microsoft.com/office/drawing/2014/main" val="2222432643"/>
                  </a:ext>
                </a:extLst>
              </a:tr>
              <a:tr h="447813">
                <a:tc>
                  <a:txBody>
                    <a:bodyPr/>
                    <a:lstStyle/>
                    <a:p>
                      <a:r>
                        <a:rPr lang="zh-CN" altLang="en-US" sz="2000"/>
                        <a:t>Kicking</a:t>
                      </a:r>
                    </a:p>
                  </a:txBody>
                  <a:tcPr/>
                </a:tc>
                <a:tc>
                  <a:txBody>
                    <a:bodyPr/>
                    <a:lstStyle/>
                    <a:p>
                      <a:pPr lvl="0">
                        <a:buNone/>
                      </a:pPr>
                      <a:r>
                        <a:rPr lang="zh-CN" sz="2000" b="0" i="0" u="none" strike="noStrike" baseline="0" noProof="0">
                          <a:solidFill>
                            <a:srgbClr val="003865"/>
                          </a:solidFill>
                          <a:latin typeface="等线"/>
                          <a:ea typeface="等线"/>
                        </a:rPr>
                        <a:t>Kick Distance</a:t>
                      </a:r>
                      <a:endParaRPr lang="zh-CN" sz="2000"/>
                    </a:p>
                  </a:txBody>
                  <a:tcPr/>
                </a:tc>
                <a:tc>
                  <a:txBody>
                    <a:bodyPr/>
                    <a:lstStyle/>
                    <a:p>
                      <a:pPr lvl="0">
                        <a:buNone/>
                      </a:pPr>
                      <a:r>
                        <a:rPr lang="zh-CN" sz="2000" b="0" i="0" u="none" strike="noStrike" baseline="0" noProof="0">
                          <a:solidFill>
                            <a:srgbClr val="003865"/>
                          </a:solidFill>
                          <a:latin typeface="等线"/>
                          <a:ea typeface="等线"/>
                        </a:rPr>
                        <a:t>~1.3m</a:t>
                      </a:r>
                      <a:endParaRPr lang="zh-CN" sz="2000"/>
                    </a:p>
                  </a:txBody>
                  <a:tcPr/>
                </a:tc>
                <a:extLst>
                  <a:ext uri="{0D108BD9-81ED-4DB2-BD59-A6C34878D82A}">
                    <a16:rowId xmlns:a16="http://schemas.microsoft.com/office/drawing/2014/main" val="212275534"/>
                  </a:ext>
                </a:extLst>
              </a:tr>
              <a:tr h="600259">
                <a:tc>
                  <a:txBody>
                    <a:bodyPr/>
                    <a:lstStyle/>
                    <a:p>
                      <a:pPr lvl="0">
                        <a:buNone/>
                      </a:pPr>
                      <a:r>
                        <a:rPr lang="zh-CN" altLang="en-US" sz="2000"/>
                        <a:t>Recovery</a:t>
                      </a:r>
                    </a:p>
                  </a:txBody>
                  <a:tcPr/>
                </a:tc>
                <a:tc>
                  <a:txBody>
                    <a:bodyPr/>
                    <a:lstStyle/>
                    <a:p>
                      <a:pPr lvl="0">
                        <a:buNone/>
                      </a:pPr>
                      <a:r>
                        <a:rPr lang="zh-CN" sz="2000" b="0" i="0" u="none" strike="noStrike" baseline="0" noProof="0">
                          <a:solidFill>
                            <a:srgbClr val="003865"/>
                          </a:solidFill>
                          <a:latin typeface="等线"/>
                          <a:ea typeface="等线"/>
                        </a:rPr>
                        <a:t>Recovery Time</a:t>
                      </a:r>
                      <a:endParaRPr lang="zh-CN" sz="2000"/>
                    </a:p>
                  </a:txBody>
                  <a:tcPr/>
                </a:tc>
                <a:tc>
                  <a:txBody>
                    <a:bodyPr/>
                    <a:lstStyle/>
                    <a:p>
                      <a:pPr marL="0" lvl="0" indent="0" algn="l">
                        <a:lnSpc>
                          <a:spcPct val="100000"/>
                        </a:lnSpc>
                        <a:buNone/>
                      </a:pPr>
                      <a:r>
                        <a:rPr lang="zh-CN" sz="2000" b="0" i="0" u="none" strike="noStrike" baseline="0" noProof="0">
                          <a:solidFill>
                            <a:srgbClr val="003865"/>
                          </a:solidFill>
                          <a:latin typeface="等线"/>
                          <a:ea typeface="等线"/>
                        </a:rPr>
                        <a:t>~26s (from lying on back)</a:t>
                      </a:r>
                    </a:p>
                  </a:txBody>
                  <a:tcPr/>
                </a:tc>
                <a:extLst>
                  <a:ext uri="{0D108BD9-81ED-4DB2-BD59-A6C34878D82A}">
                    <a16:rowId xmlns:a16="http://schemas.microsoft.com/office/drawing/2014/main" val="1088209556"/>
                  </a:ext>
                </a:extLst>
              </a:tr>
              <a:tr h="428757">
                <a:tc>
                  <a:txBody>
                    <a:bodyPr/>
                    <a:lstStyle/>
                    <a:p>
                      <a:pPr lvl="0">
                        <a:buNone/>
                      </a:pPr>
                      <a:r>
                        <a:rPr lang="zh-CN" altLang="en-US" sz="2000"/>
                        <a:t>...</a:t>
                      </a:r>
                    </a:p>
                  </a:txBody>
                  <a:tcPr/>
                </a:tc>
                <a:tc>
                  <a:txBody>
                    <a:bodyPr/>
                    <a:lstStyle/>
                    <a:p>
                      <a:pPr lvl="0">
                        <a:buNone/>
                      </a:pPr>
                      <a:r>
                        <a:rPr lang="en-US" altLang="zh-CN" sz="2000" b="0" i="0" u="none" strike="noStrike" baseline="0" noProof="0">
                          <a:solidFill>
                            <a:srgbClr val="003865"/>
                          </a:solidFill>
                          <a:latin typeface="等线"/>
                          <a:ea typeface="等线"/>
                        </a:rPr>
                        <a:t>...</a:t>
                      </a:r>
                      <a:endParaRPr lang="zh-CN" sz="2000" b="0" i="0" u="none" strike="noStrike" baseline="0" noProof="0">
                        <a:solidFill>
                          <a:srgbClr val="003865"/>
                        </a:solidFill>
                        <a:latin typeface="等线"/>
                        <a:ea typeface="等线"/>
                      </a:endParaRPr>
                    </a:p>
                  </a:txBody>
                  <a:tcPr/>
                </a:tc>
                <a:tc>
                  <a:txBody>
                    <a:bodyPr/>
                    <a:lstStyle/>
                    <a:p>
                      <a:pPr marL="0" lvl="0" indent="0" algn="l">
                        <a:lnSpc>
                          <a:spcPct val="100000"/>
                        </a:lnSpc>
                        <a:buNone/>
                      </a:pPr>
                      <a:r>
                        <a:rPr lang="en-US" altLang="zh-CN" sz="2000" b="0" i="0" u="none" strike="noStrike" baseline="0" noProof="0">
                          <a:solidFill>
                            <a:srgbClr val="003865"/>
                          </a:solidFill>
                          <a:latin typeface="等线"/>
                          <a:ea typeface="等线"/>
                        </a:rPr>
                        <a:t>...</a:t>
                      </a:r>
                      <a:endParaRPr lang="zh-CN" sz="2000" b="0" i="0" u="none" strike="noStrike" baseline="0" noProof="0">
                        <a:solidFill>
                          <a:srgbClr val="003865"/>
                        </a:solidFill>
                        <a:latin typeface="等线"/>
                        <a:ea typeface="等线"/>
                      </a:endParaRPr>
                    </a:p>
                  </a:txBody>
                  <a:tcPr/>
                </a:tc>
                <a:extLst>
                  <a:ext uri="{0D108BD9-81ED-4DB2-BD59-A6C34878D82A}">
                    <a16:rowId xmlns:a16="http://schemas.microsoft.com/office/drawing/2014/main" val="1040825850"/>
                  </a:ext>
                </a:extLst>
              </a:tr>
            </a:tbl>
          </a:graphicData>
        </a:graphic>
      </p:graphicFrame>
    </p:spTree>
    <p:extLst>
      <p:ext uri="{BB962C8B-B14F-4D97-AF65-F5344CB8AC3E}">
        <p14:creationId xmlns:p14="http://schemas.microsoft.com/office/powerpoint/2010/main" val="1982197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5A3FE-37AF-2BCA-94AF-7A72752F08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682F7-3326-B476-0C4A-44DE57110323}"/>
              </a:ext>
            </a:extLst>
          </p:cNvPr>
          <p:cNvSpPr>
            <a:spLocks noGrp="1"/>
          </p:cNvSpPr>
          <p:nvPr>
            <p:ph type="title"/>
          </p:nvPr>
        </p:nvSpPr>
        <p:spPr/>
        <p:txBody>
          <a:bodyPr/>
          <a:lstStyle/>
          <a:p>
            <a:r>
              <a:rPr lang="en-US" err="1">
                <a:solidFill>
                  <a:schemeClr val="tx1"/>
                </a:solidFill>
                <a:latin typeface="Arial"/>
                <a:cs typeface="Arial"/>
              </a:rPr>
              <a:t>Behaviour</a:t>
            </a:r>
            <a:r>
              <a:rPr lang="en-US">
                <a:solidFill>
                  <a:schemeClr val="tx1"/>
                </a:solidFill>
                <a:latin typeface="Arial"/>
                <a:cs typeface="Arial"/>
              </a:rPr>
              <a:t> Model &amp; Test</a:t>
            </a:r>
            <a:endParaRPr lang="zh-CN">
              <a:solidFill>
                <a:schemeClr val="tx1"/>
              </a:solidFill>
            </a:endParaRPr>
          </a:p>
        </p:txBody>
      </p:sp>
      <p:sp>
        <p:nvSpPr>
          <p:cNvPr id="13" name="文本框 12">
            <a:extLst>
              <a:ext uri="{FF2B5EF4-FFF2-40B4-BE49-F238E27FC236}">
                <a16:creationId xmlns:a16="http://schemas.microsoft.com/office/drawing/2014/main" id="{60F64860-2169-35CE-AE18-42520B65EAF1}"/>
              </a:ext>
            </a:extLst>
          </p:cNvPr>
          <p:cNvSpPr txBox="1"/>
          <p:nvPr/>
        </p:nvSpPr>
        <p:spPr>
          <a:xfrm>
            <a:off x="792480" y="1965960"/>
            <a:ext cx="266192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2400" b="1" err="1">
                <a:solidFill>
                  <a:srgbClr val="003865"/>
                </a:solidFill>
                <a:ea typeface="+mn-lt"/>
                <a:cs typeface="+mn-lt"/>
              </a:rPr>
              <a:t>Behaviour</a:t>
            </a:r>
            <a:r>
              <a:rPr lang="zh-CN" sz="2400" b="1">
                <a:solidFill>
                  <a:srgbClr val="003865"/>
                </a:solidFill>
                <a:ea typeface="+mn-lt"/>
                <a:cs typeface="+mn-lt"/>
              </a:rPr>
              <a:t> </a:t>
            </a:r>
            <a:r>
              <a:rPr lang="en-US" altLang="zh-CN" sz="2400" b="1">
                <a:solidFill>
                  <a:srgbClr val="003865"/>
                </a:solidFill>
                <a:ea typeface="+mn-lt"/>
                <a:cs typeface="+mn-lt"/>
              </a:rPr>
              <a:t>Pipeline</a:t>
            </a:r>
            <a:endParaRPr lang="zh-CN" altLang="en-US" b="1">
              <a:ea typeface="+mn-lt"/>
              <a:cs typeface="+mn-lt"/>
            </a:endParaRPr>
          </a:p>
        </p:txBody>
      </p:sp>
      <p:sp>
        <p:nvSpPr>
          <p:cNvPr id="22" name="矩形 21">
            <a:extLst>
              <a:ext uri="{FF2B5EF4-FFF2-40B4-BE49-F238E27FC236}">
                <a16:creationId xmlns:a16="http://schemas.microsoft.com/office/drawing/2014/main" id="{4D86E470-930F-AB59-F600-BE89A3435B65}"/>
              </a:ext>
            </a:extLst>
          </p:cNvPr>
          <p:cNvSpPr/>
          <p:nvPr/>
        </p:nvSpPr>
        <p:spPr>
          <a:xfrm>
            <a:off x="1483360" y="2631440"/>
            <a:ext cx="121920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zh-CN" altLang="en-US" sz="1600">
                <a:ea typeface="等线"/>
                <a:cs typeface="Calibri"/>
              </a:rPr>
              <a:t>World state</a:t>
            </a:r>
          </a:p>
        </p:txBody>
      </p:sp>
      <p:sp>
        <p:nvSpPr>
          <p:cNvPr id="23" name="矩形 22">
            <a:extLst>
              <a:ext uri="{FF2B5EF4-FFF2-40B4-BE49-F238E27FC236}">
                <a16:creationId xmlns:a16="http://schemas.microsoft.com/office/drawing/2014/main" id="{EA99609B-6DC6-03E6-7759-523E6B461CD8}"/>
              </a:ext>
            </a:extLst>
          </p:cNvPr>
          <p:cNvSpPr/>
          <p:nvPr/>
        </p:nvSpPr>
        <p:spPr>
          <a:xfrm>
            <a:off x="1249679" y="3200400"/>
            <a:ext cx="169672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zh-CN" sz="1600">
                <a:ea typeface="+mn-lt"/>
                <a:cs typeface="+mn-lt"/>
              </a:rPr>
              <a:t>Decision Function</a:t>
            </a:r>
            <a:endParaRPr lang="zh-CN" sz="1600">
              <a:ea typeface="等线"/>
              <a:cs typeface="Calibri"/>
            </a:endParaRPr>
          </a:p>
        </p:txBody>
      </p:sp>
      <p:sp>
        <p:nvSpPr>
          <p:cNvPr id="24" name="矩形 23">
            <a:extLst>
              <a:ext uri="{FF2B5EF4-FFF2-40B4-BE49-F238E27FC236}">
                <a16:creationId xmlns:a16="http://schemas.microsoft.com/office/drawing/2014/main" id="{7B28A598-A218-9DF3-AB88-04106D8EF0CE}"/>
              </a:ext>
            </a:extLst>
          </p:cNvPr>
          <p:cNvSpPr/>
          <p:nvPr/>
        </p:nvSpPr>
        <p:spPr>
          <a:xfrm>
            <a:off x="1087118" y="3769359"/>
            <a:ext cx="201168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zh-CN" sz="1600">
                <a:ea typeface="+mn-lt"/>
                <a:cs typeface="+mn-lt"/>
              </a:rPr>
              <a:t>F</a:t>
            </a:r>
            <a:r>
              <a:rPr lang="en-US" altLang="zh-CN" sz="1600" err="1">
                <a:ea typeface="+mn-lt"/>
                <a:cs typeface="+mn-lt"/>
              </a:rPr>
              <a:t>i</a:t>
            </a:r>
            <a:r>
              <a:rPr lang="zh-CN" sz="1600">
                <a:ea typeface="+mn-lt"/>
                <a:cs typeface="+mn-lt"/>
              </a:rPr>
              <a:t>n</a:t>
            </a:r>
            <a:r>
              <a:rPr lang="en-US" altLang="zh-CN" sz="1600" err="1">
                <a:ea typeface="+mn-lt"/>
                <a:cs typeface="+mn-lt"/>
              </a:rPr>
              <a:t>ite</a:t>
            </a:r>
            <a:r>
              <a:rPr lang="zh-CN" sz="1600">
                <a:ea typeface="+mn-lt"/>
                <a:cs typeface="+mn-lt"/>
              </a:rPr>
              <a:t> </a:t>
            </a:r>
            <a:r>
              <a:rPr lang="en-US" altLang="zh-CN" sz="1600">
                <a:ea typeface="+mn-lt"/>
                <a:cs typeface="+mn-lt"/>
              </a:rPr>
              <a:t>State</a:t>
            </a:r>
            <a:r>
              <a:rPr lang="zh-CN" sz="1600">
                <a:ea typeface="+mn-lt"/>
                <a:cs typeface="+mn-lt"/>
              </a:rPr>
              <a:t> </a:t>
            </a:r>
            <a:r>
              <a:rPr lang="en-US" altLang="zh-CN" sz="1600">
                <a:ea typeface="+mn-lt"/>
                <a:cs typeface="+mn-lt"/>
              </a:rPr>
              <a:t>Ma</a:t>
            </a:r>
            <a:r>
              <a:rPr lang="zh-CN" sz="1600">
                <a:ea typeface="+mn-lt"/>
                <a:cs typeface="+mn-lt"/>
              </a:rPr>
              <a:t>c</a:t>
            </a:r>
            <a:r>
              <a:rPr lang="en-US" altLang="zh-CN" sz="1600">
                <a:ea typeface="+mn-lt"/>
                <a:cs typeface="+mn-lt"/>
              </a:rPr>
              <a:t>h</a:t>
            </a:r>
            <a:r>
              <a:rPr lang="zh-CN" sz="1600">
                <a:ea typeface="+mn-lt"/>
                <a:cs typeface="+mn-lt"/>
              </a:rPr>
              <a:t>in</a:t>
            </a:r>
            <a:r>
              <a:rPr lang="en-US" altLang="zh-CN" sz="1600">
                <a:ea typeface="+mn-lt"/>
                <a:cs typeface="+mn-lt"/>
              </a:rPr>
              <a:t>e</a:t>
            </a:r>
            <a:endParaRPr lang="zh-CN" altLang="en-US" sz="1600">
              <a:ea typeface="+mn-lt"/>
              <a:cs typeface="+mn-lt"/>
            </a:endParaRPr>
          </a:p>
        </p:txBody>
      </p:sp>
      <p:sp>
        <p:nvSpPr>
          <p:cNvPr id="25" name="矩形 24">
            <a:extLst>
              <a:ext uri="{FF2B5EF4-FFF2-40B4-BE49-F238E27FC236}">
                <a16:creationId xmlns:a16="http://schemas.microsoft.com/office/drawing/2014/main" id="{328CC8CB-03F6-4510-EEC8-2D43551FA7F3}"/>
              </a:ext>
            </a:extLst>
          </p:cNvPr>
          <p:cNvSpPr/>
          <p:nvPr/>
        </p:nvSpPr>
        <p:spPr>
          <a:xfrm>
            <a:off x="1361437" y="4338318"/>
            <a:ext cx="142240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ltLang="zh-CN" sz="1600">
                <a:ea typeface="+mn-lt"/>
                <a:cs typeface="+mn-lt"/>
              </a:rPr>
              <a:t>A</a:t>
            </a:r>
            <a:r>
              <a:rPr lang="zh-CN" sz="1600">
                <a:ea typeface="+mn-lt"/>
                <a:cs typeface="+mn-lt"/>
              </a:rPr>
              <a:t>c</a:t>
            </a:r>
            <a:r>
              <a:rPr lang="en-US" altLang="zh-CN" sz="1600">
                <a:ea typeface="+mn-lt"/>
                <a:cs typeface="+mn-lt"/>
              </a:rPr>
              <a:t>t</a:t>
            </a:r>
            <a:r>
              <a:rPr lang="zh-CN" sz="1600">
                <a:ea typeface="+mn-lt"/>
                <a:cs typeface="+mn-lt"/>
              </a:rPr>
              <a:t>ion </a:t>
            </a:r>
            <a:r>
              <a:rPr lang="en-US" altLang="zh-CN" sz="1600" err="1">
                <a:ea typeface="+mn-lt"/>
                <a:cs typeface="+mn-lt"/>
              </a:rPr>
              <a:t>Outp</a:t>
            </a:r>
            <a:r>
              <a:rPr lang="zh-CN" sz="1600">
                <a:ea typeface="+mn-lt"/>
                <a:cs typeface="+mn-lt"/>
              </a:rPr>
              <a:t>ut</a:t>
            </a:r>
          </a:p>
        </p:txBody>
      </p:sp>
      <p:sp>
        <p:nvSpPr>
          <p:cNvPr id="26" name="矩形 25">
            <a:extLst>
              <a:ext uri="{FF2B5EF4-FFF2-40B4-BE49-F238E27FC236}">
                <a16:creationId xmlns:a16="http://schemas.microsoft.com/office/drawing/2014/main" id="{59F6917C-CA2C-9817-DD22-0B1233A2F392}"/>
              </a:ext>
            </a:extLst>
          </p:cNvPr>
          <p:cNvSpPr/>
          <p:nvPr/>
        </p:nvSpPr>
        <p:spPr>
          <a:xfrm>
            <a:off x="1341116" y="4907277"/>
            <a:ext cx="151384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ltLang="zh-CN" sz="1600">
                <a:ea typeface="+mn-lt"/>
                <a:cs typeface="+mn-lt"/>
              </a:rPr>
              <a:t>Robot</a:t>
            </a:r>
            <a:r>
              <a:rPr lang="zh-CN" sz="1600">
                <a:ea typeface="+mn-lt"/>
                <a:cs typeface="+mn-lt"/>
              </a:rPr>
              <a:t> </a:t>
            </a:r>
            <a:r>
              <a:rPr lang="en-US" altLang="zh-CN" sz="1600">
                <a:ea typeface="+mn-lt"/>
                <a:cs typeface="+mn-lt"/>
              </a:rPr>
              <a:t>M</a:t>
            </a:r>
            <a:r>
              <a:rPr lang="zh-CN" sz="1600">
                <a:ea typeface="+mn-lt"/>
                <a:cs typeface="+mn-lt"/>
              </a:rPr>
              <a:t>otion</a:t>
            </a:r>
          </a:p>
        </p:txBody>
      </p:sp>
      <p:sp>
        <p:nvSpPr>
          <p:cNvPr id="27" name="箭头: 下 26">
            <a:extLst>
              <a:ext uri="{FF2B5EF4-FFF2-40B4-BE49-F238E27FC236}">
                <a16:creationId xmlns:a16="http://schemas.microsoft.com/office/drawing/2014/main" id="{3F64F4FB-8E7F-ADB8-0C7C-0EB7D35132D3}"/>
              </a:ext>
            </a:extLst>
          </p:cNvPr>
          <p:cNvSpPr/>
          <p:nvPr/>
        </p:nvSpPr>
        <p:spPr>
          <a:xfrm>
            <a:off x="2021840" y="2915920"/>
            <a:ext cx="152400" cy="28448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8" name="箭头: 下 27">
            <a:extLst>
              <a:ext uri="{FF2B5EF4-FFF2-40B4-BE49-F238E27FC236}">
                <a16:creationId xmlns:a16="http://schemas.microsoft.com/office/drawing/2014/main" id="{2F652ABB-DDB7-468C-1694-495502A7DF56}"/>
              </a:ext>
            </a:extLst>
          </p:cNvPr>
          <p:cNvSpPr/>
          <p:nvPr/>
        </p:nvSpPr>
        <p:spPr>
          <a:xfrm>
            <a:off x="2021839" y="3484879"/>
            <a:ext cx="152400" cy="28448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9" name="箭头: 下 28">
            <a:extLst>
              <a:ext uri="{FF2B5EF4-FFF2-40B4-BE49-F238E27FC236}">
                <a16:creationId xmlns:a16="http://schemas.microsoft.com/office/drawing/2014/main" id="{EF5ACA15-9988-E749-68E6-7AFD7614D7A9}"/>
              </a:ext>
            </a:extLst>
          </p:cNvPr>
          <p:cNvSpPr/>
          <p:nvPr/>
        </p:nvSpPr>
        <p:spPr>
          <a:xfrm>
            <a:off x="2021838" y="4053838"/>
            <a:ext cx="152400" cy="28448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30" name="箭头: 下 29">
            <a:extLst>
              <a:ext uri="{FF2B5EF4-FFF2-40B4-BE49-F238E27FC236}">
                <a16:creationId xmlns:a16="http://schemas.microsoft.com/office/drawing/2014/main" id="{CD0C7404-81F9-DD7A-EC13-F7C8B4BF47E3}"/>
              </a:ext>
            </a:extLst>
          </p:cNvPr>
          <p:cNvSpPr/>
          <p:nvPr/>
        </p:nvSpPr>
        <p:spPr>
          <a:xfrm>
            <a:off x="2021837" y="4622797"/>
            <a:ext cx="152400" cy="28448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3" name="直接箭头连接符 2">
            <a:extLst>
              <a:ext uri="{FF2B5EF4-FFF2-40B4-BE49-F238E27FC236}">
                <a16:creationId xmlns:a16="http://schemas.microsoft.com/office/drawing/2014/main" id="{D68D39AE-7587-9197-1569-6356AD705CA5}"/>
              </a:ext>
            </a:extLst>
          </p:cNvPr>
          <p:cNvCxnSpPr/>
          <p:nvPr/>
        </p:nvCxnSpPr>
        <p:spPr>
          <a:xfrm>
            <a:off x="4277360" y="1554480"/>
            <a:ext cx="30480" cy="4866640"/>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43AF2A6E-0391-FD11-6DBD-3A25BB7B6707}"/>
              </a:ext>
            </a:extLst>
          </p:cNvPr>
          <p:cNvSpPr txBox="1">
            <a:spLocks/>
          </p:cNvSpPr>
          <p:nvPr/>
        </p:nvSpPr>
        <p:spPr>
          <a:xfrm>
            <a:off x="4535531" y="3852041"/>
            <a:ext cx="2387783" cy="4563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E" sz="2600" b="1">
                <a:solidFill>
                  <a:srgbClr val="003865"/>
                </a:solidFill>
                <a:latin typeface="+mn-lt"/>
                <a:ea typeface="+mn-lt"/>
                <a:cs typeface="+mn-lt"/>
              </a:rPr>
              <a:t>Testing  method</a:t>
            </a:r>
          </a:p>
        </p:txBody>
      </p:sp>
      <p:sp>
        <p:nvSpPr>
          <p:cNvPr id="11" name="Content Placeholder 2">
            <a:extLst>
              <a:ext uri="{FF2B5EF4-FFF2-40B4-BE49-F238E27FC236}">
                <a16:creationId xmlns:a16="http://schemas.microsoft.com/office/drawing/2014/main" id="{BA4876B2-6CD8-D46E-7E0A-6BA7E03E13D6}"/>
              </a:ext>
            </a:extLst>
          </p:cNvPr>
          <p:cNvSpPr txBox="1">
            <a:spLocks/>
          </p:cNvSpPr>
          <p:nvPr/>
        </p:nvSpPr>
        <p:spPr>
          <a:xfrm>
            <a:off x="4535531" y="1515241"/>
            <a:ext cx="3393623" cy="45630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E" sz="2600" b="1">
                <a:solidFill>
                  <a:srgbClr val="003865"/>
                </a:solidFill>
                <a:latin typeface="+mn-lt"/>
                <a:ea typeface="+mn-lt"/>
                <a:cs typeface="+mn-lt"/>
              </a:rPr>
              <a:t>FSM Implementation</a:t>
            </a:r>
            <a:endParaRPr lang="zh-CN" altLang="en-US" sz="2600" b="1">
              <a:solidFill>
                <a:srgbClr val="003865"/>
              </a:solidFill>
              <a:latin typeface="+mn-lt"/>
              <a:ea typeface="+mn-lt"/>
              <a:cs typeface="+mn-lt"/>
            </a:endParaRPr>
          </a:p>
        </p:txBody>
      </p:sp>
      <p:sp>
        <p:nvSpPr>
          <p:cNvPr id="15" name="文本框 14">
            <a:extLst>
              <a:ext uri="{FF2B5EF4-FFF2-40B4-BE49-F238E27FC236}">
                <a16:creationId xmlns:a16="http://schemas.microsoft.com/office/drawing/2014/main" id="{F4D4AD97-3159-A342-4EAA-8613C4A1A636}"/>
              </a:ext>
            </a:extLst>
          </p:cNvPr>
          <p:cNvSpPr txBox="1"/>
          <p:nvPr/>
        </p:nvSpPr>
        <p:spPr>
          <a:xfrm>
            <a:off x="4531360" y="2128520"/>
            <a:ext cx="656336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sz="2000"/>
              <a:t>State-based control (move, kick, defend, recover) </a:t>
            </a:r>
            <a:endParaRPr lang="en-US" sz="2000">
              <a:ea typeface="Calibri"/>
              <a:cs typeface="Calibri"/>
            </a:endParaRPr>
          </a:p>
          <a:p>
            <a:pPr>
              <a:buFont typeface=""/>
              <a:buChar char="•"/>
            </a:pPr>
            <a:r>
              <a:rPr lang="en-US" sz="2000"/>
              <a:t>Condition-based transitions (distance, possession, context) </a:t>
            </a:r>
            <a:endParaRPr lang="en-US" sz="2000">
              <a:ea typeface="Calibri"/>
              <a:cs typeface="Calibri"/>
            </a:endParaRPr>
          </a:p>
          <a:p>
            <a:pPr>
              <a:buFont typeface=""/>
              <a:buChar char="•"/>
            </a:pPr>
            <a:r>
              <a:rPr lang="en-US" sz="2000"/>
              <a:t>Role-specific </a:t>
            </a:r>
            <a:r>
              <a:rPr lang="en-US" sz="2000" err="1"/>
              <a:t>behaviours</a:t>
            </a:r>
            <a:r>
              <a:rPr lang="en-US" sz="2000"/>
              <a:t> (attacker / defender / goalkeeper)</a:t>
            </a:r>
            <a:endParaRPr lang="en-US" sz="2000">
              <a:ea typeface="Calibri"/>
              <a:cs typeface="Calibri"/>
            </a:endParaRPr>
          </a:p>
        </p:txBody>
      </p:sp>
      <p:sp>
        <p:nvSpPr>
          <p:cNvPr id="16" name="文本框 15">
            <a:extLst>
              <a:ext uri="{FF2B5EF4-FFF2-40B4-BE49-F238E27FC236}">
                <a16:creationId xmlns:a16="http://schemas.microsoft.com/office/drawing/2014/main" id="{4C5EECD1-3384-F2D3-B19C-E59DB6AB9699}"/>
              </a:ext>
            </a:extLst>
          </p:cNvPr>
          <p:cNvSpPr txBox="1"/>
          <p:nvPr/>
        </p:nvSpPr>
        <p:spPr>
          <a:xfrm>
            <a:off x="4531360" y="4414520"/>
            <a:ext cx="609600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sz="2000">
                <a:solidFill>
                  <a:srgbClr val="FF0000"/>
                </a:solidFill>
              </a:rPr>
              <a:t>One-variable-at-a-time</a:t>
            </a:r>
            <a:r>
              <a:rPr lang="en-US" sz="2000"/>
              <a:t> testing </a:t>
            </a:r>
            <a:endParaRPr lang="en-US" sz="2000">
              <a:ea typeface="Calibri"/>
              <a:cs typeface="Calibri"/>
            </a:endParaRPr>
          </a:p>
          <a:p>
            <a:pPr>
              <a:buFont typeface=""/>
              <a:buChar char="•"/>
            </a:pPr>
            <a:r>
              <a:rPr lang="en-US" sz="2000"/>
              <a:t>Measure performance (goals, possession, stability) </a:t>
            </a:r>
            <a:endParaRPr lang="en-US" sz="2000">
              <a:ea typeface="Calibri"/>
              <a:cs typeface="Calibri"/>
            </a:endParaRPr>
          </a:p>
          <a:p>
            <a:pPr>
              <a:buFont typeface=""/>
              <a:buChar char="•"/>
            </a:pPr>
            <a:r>
              <a:rPr lang="en-US" sz="2000"/>
              <a:t>Enables clear and reproducible tuning</a:t>
            </a:r>
            <a:endParaRPr lang="en-US" sz="2000">
              <a:ea typeface="Calibri"/>
              <a:cs typeface="Calibri"/>
            </a:endParaRPr>
          </a:p>
        </p:txBody>
      </p:sp>
    </p:spTree>
    <p:extLst>
      <p:ext uri="{BB962C8B-B14F-4D97-AF65-F5344CB8AC3E}">
        <p14:creationId xmlns:p14="http://schemas.microsoft.com/office/powerpoint/2010/main" val="410243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5"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32509-1C9B-6C82-78D6-BB56D0AD8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CE9790-948A-5DBF-2595-657459B80045}"/>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rPr>
              <a:t>Results and Analysis</a:t>
            </a:r>
          </a:p>
        </p:txBody>
      </p:sp>
    </p:spTree>
    <p:extLst>
      <p:ext uri="{BB962C8B-B14F-4D97-AF65-F5344CB8AC3E}">
        <p14:creationId xmlns:p14="http://schemas.microsoft.com/office/powerpoint/2010/main" val="1803348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FFB2F-D71B-29AC-D5A3-85A220025CF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D28B51A-B16E-5987-2189-5D178651F87B}"/>
              </a:ext>
            </a:extLst>
          </p:cNvPr>
          <p:cNvSpPr>
            <a:spLocks noGrp="1"/>
          </p:cNvSpPr>
          <p:nvPr>
            <p:ph type="title"/>
          </p:nvPr>
        </p:nvSpPr>
        <p:spPr>
          <a:xfrm>
            <a:off x="2549236" y="533614"/>
            <a:ext cx="9210963" cy="888786"/>
          </a:xfrm>
        </p:spPr>
        <p:txBody>
          <a:bodyPr/>
          <a:lstStyle/>
          <a:p>
            <a:r>
              <a:rPr lang="en-IE" noProof="0">
                <a:solidFill>
                  <a:schemeClr val="tx1"/>
                </a:solidFill>
                <a:latin typeface="Arial"/>
                <a:cs typeface="Arial"/>
              </a:rPr>
              <a:t>Suggested Structure</a:t>
            </a:r>
            <a:endParaRPr lang="en-IE" noProof="0">
              <a:solidFill>
                <a:schemeClr val="tx1"/>
              </a:solidFill>
            </a:endParaRPr>
          </a:p>
        </p:txBody>
      </p:sp>
      <p:sp>
        <p:nvSpPr>
          <p:cNvPr id="3" name="Content Placeholder 2">
            <a:extLst>
              <a:ext uri="{FF2B5EF4-FFF2-40B4-BE49-F238E27FC236}">
                <a16:creationId xmlns:a16="http://schemas.microsoft.com/office/drawing/2014/main" id="{A23554D9-6D40-FF6A-1DA4-E2015A93B587}"/>
              </a:ext>
            </a:extLst>
          </p:cNvPr>
          <p:cNvSpPr>
            <a:spLocks noGrp="1"/>
          </p:cNvSpPr>
          <p:nvPr>
            <p:ph sz="half" idx="1"/>
          </p:nvPr>
        </p:nvSpPr>
        <p:spPr>
          <a:xfrm>
            <a:off x="838200" y="1608667"/>
            <a:ext cx="10920627" cy="4568296"/>
          </a:xfrm>
        </p:spPr>
        <p:txBody>
          <a:bodyPr vert="horz" lIns="91440" tIns="45720" rIns="91440" bIns="45720" rtlCol="0" anchor="t">
            <a:normAutofit/>
          </a:bodyPr>
          <a:lstStyle/>
          <a:p>
            <a:pPr marL="0" indent="0">
              <a:buNone/>
            </a:pPr>
            <a:r>
              <a:rPr lang="en-IE" noProof="0">
                <a:solidFill>
                  <a:schemeClr val="tx1"/>
                </a:solidFill>
                <a:latin typeface="Arial"/>
                <a:cs typeface="Arial"/>
              </a:rPr>
              <a:t>From guidelines: Required results to illustrate completion of each stage and discussion of the analysis of these results. (Just focus on </a:t>
            </a:r>
            <a:r>
              <a:rPr lang="en-IE" noProof="0" err="1">
                <a:solidFill>
                  <a:schemeClr val="tx1"/>
                </a:solidFill>
                <a:latin typeface="Arial"/>
                <a:cs typeface="Arial"/>
              </a:rPr>
              <a:t>behavior</a:t>
            </a:r>
            <a:r>
              <a:rPr lang="en-IE" noProof="0">
                <a:solidFill>
                  <a:schemeClr val="tx1"/>
                </a:solidFill>
                <a:latin typeface="Arial"/>
                <a:cs typeface="Arial"/>
              </a:rPr>
              <a:t> I think)</a:t>
            </a:r>
            <a:endParaRPr lang="en-IE" noProof="0">
              <a:solidFill>
                <a:schemeClr val="tx1"/>
              </a:solidFill>
            </a:endParaRPr>
          </a:p>
          <a:p>
            <a:pPr marL="0" indent="0">
              <a:buNone/>
            </a:pPr>
            <a:endParaRPr lang="en-IE" noProof="0">
              <a:solidFill>
                <a:schemeClr val="tx1"/>
              </a:solidFill>
            </a:endParaRPr>
          </a:p>
          <a:p>
            <a:pPr marL="457200" indent="-457200">
              <a:buAutoNum type="arabicPeriod"/>
            </a:pPr>
            <a:r>
              <a:rPr lang="en-IE" noProof="0">
                <a:solidFill>
                  <a:schemeClr val="tx1"/>
                </a:solidFill>
                <a:latin typeface="Arial"/>
                <a:cs typeface="Arial"/>
              </a:rPr>
              <a:t>Description of metrics being analysed – why are they important</a:t>
            </a:r>
            <a:endParaRPr lang="en-IE" noProof="0">
              <a:solidFill>
                <a:schemeClr val="tx1"/>
              </a:solidFill>
            </a:endParaRPr>
          </a:p>
          <a:p>
            <a:pPr marL="457200" indent="-457200">
              <a:buAutoNum type="arabicPeriod"/>
            </a:pPr>
            <a:r>
              <a:rPr lang="en-IE" noProof="0">
                <a:solidFill>
                  <a:schemeClr val="tx1"/>
                </a:solidFill>
                <a:latin typeface="Arial"/>
                <a:cs typeface="Arial"/>
              </a:rPr>
              <a:t>Results of parameter optimisation tests</a:t>
            </a:r>
          </a:p>
          <a:p>
            <a:pPr marL="457200" indent="-457200">
              <a:buAutoNum type="arabicPeriod"/>
            </a:pPr>
            <a:r>
              <a:rPr lang="en-IE" noProof="0">
                <a:solidFill>
                  <a:schemeClr val="tx1"/>
                </a:solidFill>
                <a:latin typeface="Arial"/>
                <a:cs typeface="Arial"/>
              </a:rPr>
              <a:t>Final simulation of games. Baseline vs Optimized (static), Optimised (static) vs Optimised (Dynamic)</a:t>
            </a:r>
            <a:endParaRPr lang="en-IE" noProof="0">
              <a:solidFill>
                <a:schemeClr val="tx1"/>
              </a:solidFill>
            </a:endParaRPr>
          </a:p>
          <a:p>
            <a:pPr marL="457200" indent="-457200">
              <a:buAutoNum type="arabicPeriod"/>
            </a:pPr>
            <a:r>
              <a:rPr lang="en-IE" noProof="0">
                <a:solidFill>
                  <a:schemeClr val="tx1"/>
                </a:solidFill>
                <a:latin typeface="Arial"/>
                <a:cs typeface="Arial"/>
              </a:rPr>
              <a:t>Analysis – which parameters are significant to performance? Does dynamic </a:t>
            </a:r>
            <a:r>
              <a:rPr lang="en-IE" noProof="0" err="1">
                <a:solidFill>
                  <a:schemeClr val="tx1"/>
                </a:solidFill>
                <a:latin typeface="Arial"/>
                <a:cs typeface="Arial"/>
              </a:rPr>
              <a:t>behavior</a:t>
            </a:r>
            <a:r>
              <a:rPr lang="en-IE" noProof="0">
                <a:solidFill>
                  <a:schemeClr val="tx1"/>
                </a:solidFill>
                <a:latin typeface="Arial"/>
                <a:cs typeface="Arial"/>
              </a:rPr>
              <a:t> help? </a:t>
            </a:r>
            <a:endParaRPr lang="en-IE" noProof="0">
              <a:solidFill>
                <a:schemeClr val="tx1"/>
              </a:solidFill>
            </a:endParaRPr>
          </a:p>
          <a:p>
            <a:pPr marL="0" indent="0">
              <a:buNone/>
            </a:pPr>
            <a:endParaRPr lang="en-IE" noProof="0">
              <a:solidFill>
                <a:schemeClr val="tx1"/>
              </a:solidFill>
            </a:endParaRPr>
          </a:p>
        </p:txBody>
      </p:sp>
    </p:spTree>
    <p:extLst>
      <p:ext uri="{BB962C8B-B14F-4D97-AF65-F5344CB8AC3E}">
        <p14:creationId xmlns:p14="http://schemas.microsoft.com/office/powerpoint/2010/main" val="3633002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666D6-3486-3882-C345-964198ABC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3350B-A9D3-202A-FBF6-846015AF2292}"/>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rPr>
              <a:t>Team Performance Analysis</a:t>
            </a:r>
          </a:p>
        </p:txBody>
      </p:sp>
    </p:spTree>
    <p:extLst>
      <p:ext uri="{BB962C8B-B14F-4D97-AF65-F5344CB8AC3E}">
        <p14:creationId xmlns:p14="http://schemas.microsoft.com/office/powerpoint/2010/main" val="3365621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文本框 240">
            <a:extLst>
              <a:ext uri="{FF2B5EF4-FFF2-40B4-BE49-F238E27FC236}">
                <a16:creationId xmlns:a16="http://schemas.microsoft.com/office/drawing/2014/main" id="{DDDF4F8A-C2BF-A008-F7F0-0A07593E34ED}"/>
              </a:ext>
            </a:extLst>
          </p:cNvPr>
          <p:cNvSpPr txBox="1"/>
          <p:nvPr/>
        </p:nvSpPr>
        <p:spPr>
          <a:xfrm>
            <a:off x="2635713" y="6263871"/>
            <a:ext cx="15541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a:ea typeface="等线"/>
                <a:cs typeface="Calibri"/>
              </a:rPr>
              <a:t>Our GitHub</a:t>
            </a:r>
            <a:endParaRPr lang="zh-CN" altLang="en-US"/>
          </a:p>
        </p:txBody>
      </p:sp>
      <p:pic>
        <p:nvPicPr>
          <p:cNvPr id="242" name="图片 241" descr="图形用户界面, 文本, 电子邮件&#10;&#10;AI 生成的内容可能不正确。">
            <a:extLst>
              <a:ext uri="{FF2B5EF4-FFF2-40B4-BE49-F238E27FC236}">
                <a16:creationId xmlns:a16="http://schemas.microsoft.com/office/drawing/2014/main" id="{91E3BA51-5148-FEF9-D958-4D2590341751}"/>
              </a:ext>
            </a:extLst>
          </p:cNvPr>
          <p:cNvPicPr>
            <a:picLocks noChangeAspect="1"/>
          </p:cNvPicPr>
          <p:nvPr/>
        </p:nvPicPr>
        <p:blipFill>
          <a:blip r:embed="rId2"/>
          <a:stretch>
            <a:fillRect/>
          </a:stretch>
        </p:blipFill>
        <p:spPr>
          <a:xfrm>
            <a:off x="415459" y="1461806"/>
            <a:ext cx="6004672" cy="4606739"/>
          </a:xfrm>
          <a:prstGeom prst="rect">
            <a:avLst/>
          </a:prstGeom>
        </p:spPr>
      </p:pic>
      <p:graphicFrame>
        <p:nvGraphicFramePr>
          <p:cNvPr id="245" name="图示 244">
            <a:extLst>
              <a:ext uri="{FF2B5EF4-FFF2-40B4-BE49-F238E27FC236}">
                <a16:creationId xmlns:a16="http://schemas.microsoft.com/office/drawing/2014/main" id="{D6D0F90F-55DD-B232-A497-2BBED16059FE}"/>
              </a:ext>
            </a:extLst>
          </p:cNvPr>
          <p:cNvGraphicFramePr/>
          <p:nvPr>
            <p:extLst>
              <p:ext uri="{D42A27DB-BD31-4B8C-83A1-F6EECF244321}">
                <p14:modId xmlns:p14="http://schemas.microsoft.com/office/powerpoint/2010/main" val="1861092076"/>
              </p:ext>
            </p:extLst>
          </p:nvPr>
        </p:nvGraphicFramePr>
        <p:xfrm>
          <a:off x="4964207" y="-2241"/>
          <a:ext cx="7776882" cy="62685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12" name="文本框 411">
            <a:extLst>
              <a:ext uri="{FF2B5EF4-FFF2-40B4-BE49-F238E27FC236}">
                <a16:creationId xmlns:a16="http://schemas.microsoft.com/office/drawing/2014/main" id="{9407DAA2-8A86-86D3-DCFF-80E26E528F1B}"/>
              </a:ext>
            </a:extLst>
          </p:cNvPr>
          <p:cNvSpPr txBox="1"/>
          <p:nvPr/>
        </p:nvSpPr>
        <p:spPr>
          <a:xfrm>
            <a:off x="7686527" y="6446062"/>
            <a:ext cx="253416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ea typeface="+mn-lt"/>
                <a:cs typeface="+mn-lt"/>
              </a:rPr>
              <a:t>    </a:t>
            </a:r>
            <a:r>
              <a:rPr lang="zh-CN" altLang="en-US">
                <a:ea typeface="+mn-lt"/>
                <a:cs typeface="+mn-lt"/>
              </a:rPr>
              <a:t>         </a:t>
            </a:r>
            <a:r>
              <a:rPr lang="zh-CN">
                <a:ea typeface="+mn-lt"/>
                <a:cs typeface="+mn-lt"/>
              </a:rPr>
              <a:t>Workflow</a:t>
            </a:r>
            <a:endParaRPr lang="zh-CN"/>
          </a:p>
        </p:txBody>
      </p:sp>
    </p:spTree>
    <p:extLst>
      <p:ext uri="{BB962C8B-B14F-4D97-AF65-F5344CB8AC3E}">
        <p14:creationId xmlns:p14="http://schemas.microsoft.com/office/powerpoint/2010/main" val="2142565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图表, 条形图&#10;&#10;AI 生成的内容可能不正确。">
            <a:extLst>
              <a:ext uri="{FF2B5EF4-FFF2-40B4-BE49-F238E27FC236}">
                <a16:creationId xmlns:a16="http://schemas.microsoft.com/office/drawing/2014/main" id="{A00478F0-DD95-2471-32F4-B0910A072E9D}"/>
              </a:ext>
            </a:extLst>
          </p:cNvPr>
          <p:cNvPicPr>
            <a:picLocks noChangeAspect="1"/>
          </p:cNvPicPr>
          <p:nvPr/>
        </p:nvPicPr>
        <p:blipFill>
          <a:blip r:embed="rId2"/>
          <a:stretch>
            <a:fillRect/>
          </a:stretch>
        </p:blipFill>
        <p:spPr>
          <a:xfrm>
            <a:off x="482974" y="1414743"/>
            <a:ext cx="10934700" cy="5238750"/>
          </a:xfrm>
          <a:prstGeom prst="rect">
            <a:avLst/>
          </a:prstGeom>
        </p:spPr>
      </p:pic>
    </p:spTree>
    <p:extLst>
      <p:ext uri="{BB962C8B-B14F-4D97-AF65-F5344CB8AC3E}">
        <p14:creationId xmlns:p14="http://schemas.microsoft.com/office/powerpoint/2010/main" val="2840117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4307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2B747-FEC0-D41D-E885-D049DB174EE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8216AC1-941B-0458-9C38-E8DB15EFD23B}"/>
              </a:ext>
            </a:extLst>
          </p:cNvPr>
          <p:cNvSpPr>
            <a:spLocks noGrp="1"/>
          </p:cNvSpPr>
          <p:nvPr>
            <p:ph type="title"/>
          </p:nvPr>
        </p:nvSpPr>
        <p:spPr>
          <a:xfrm>
            <a:off x="2549236" y="533614"/>
            <a:ext cx="9210963" cy="888786"/>
          </a:xfrm>
        </p:spPr>
        <p:txBody>
          <a:bodyPr/>
          <a:lstStyle/>
          <a:p>
            <a:r>
              <a:rPr lang="en-IE" noProof="0">
                <a:solidFill>
                  <a:schemeClr val="tx1"/>
                </a:solidFill>
                <a:latin typeface="Arial"/>
                <a:cs typeface="Arial"/>
              </a:rPr>
              <a:t>Suggested Structure</a:t>
            </a:r>
            <a:endParaRPr lang="en-IE" noProof="0">
              <a:solidFill>
                <a:schemeClr val="tx1"/>
              </a:solidFill>
            </a:endParaRPr>
          </a:p>
        </p:txBody>
      </p:sp>
      <p:sp>
        <p:nvSpPr>
          <p:cNvPr id="3" name="Content Placeholder 2">
            <a:extLst>
              <a:ext uri="{FF2B5EF4-FFF2-40B4-BE49-F238E27FC236}">
                <a16:creationId xmlns:a16="http://schemas.microsoft.com/office/drawing/2014/main" id="{DB59457E-05F9-764B-E1B4-66E16C4D800C}"/>
              </a:ext>
            </a:extLst>
          </p:cNvPr>
          <p:cNvSpPr>
            <a:spLocks noGrp="1"/>
          </p:cNvSpPr>
          <p:nvPr>
            <p:ph sz="half" idx="1"/>
          </p:nvPr>
        </p:nvSpPr>
        <p:spPr>
          <a:xfrm>
            <a:off x="838200" y="1608667"/>
            <a:ext cx="10920627" cy="4568296"/>
          </a:xfrm>
        </p:spPr>
        <p:txBody>
          <a:bodyPr vert="horz" lIns="91440" tIns="45720" rIns="91440" bIns="45720" rtlCol="0" anchor="t">
            <a:normAutofit/>
          </a:bodyPr>
          <a:lstStyle/>
          <a:p>
            <a:pPr marL="0" indent="0">
              <a:buNone/>
            </a:pPr>
            <a:r>
              <a:rPr lang="en-IE" noProof="0">
                <a:solidFill>
                  <a:schemeClr val="tx1"/>
                </a:solidFill>
                <a:latin typeface="Arial"/>
                <a:cs typeface="Arial"/>
              </a:rPr>
              <a:t>From guidelines: Evaluation of the performance of your team, including a comparison of your estimated and actual time/costs.</a:t>
            </a:r>
            <a:endParaRPr lang="en-IE" noProof="0">
              <a:solidFill>
                <a:schemeClr val="tx1"/>
              </a:solidFill>
            </a:endParaRPr>
          </a:p>
          <a:p>
            <a:pPr marL="0" indent="0">
              <a:buNone/>
            </a:pPr>
            <a:endParaRPr lang="en-IE" noProof="0">
              <a:solidFill>
                <a:schemeClr val="tx1"/>
              </a:solidFill>
            </a:endParaRPr>
          </a:p>
          <a:p>
            <a:pPr marL="457200" indent="-457200">
              <a:buAutoNum type="arabicPeriod"/>
            </a:pPr>
            <a:r>
              <a:rPr lang="en-IE" noProof="0">
                <a:solidFill>
                  <a:schemeClr val="tx1"/>
                </a:solidFill>
                <a:latin typeface="Arial"/>
                <a:cs typeface="Arial"/>
              </a:rPr>
              <a:t>Explanation of how we worked as a team: Breaking project into </a:t>
            </a:r>
            <a:r>
              <a:rPr lang="en-IE" noProof="0" err="1">
                <a:solidFill>
                  <a:schemeClr val="tx1"/>
                </a:solidFill>
                <a:latin typeface="Arial"/>
                <a:cs typeface="Arial"/>
              </a:rPr>
              <a:t>workpackages</a:t>
            </a:r>
            <a:r>
              <a:rPr lang="en-IE" noProof="0">
                <a:solidFill>
                  <a:schemeClr val="tx1"/>
                </a:solidFill>
                <a:latin typeface="Arial"/>
                <a:cs typeface="Arial"/>
              </a:rPr>
              <a:t>, weekly team meetings (admin and technical), use of </a:t>
            </a:r>
            <a:r>
              <a:rPr lang="en-IE" noProof="0" err="1">
                <a:solidFill>
                  <a:schemeClr val="tx1"/>
                </a:solidFill>
                <a:latin typeface="Arial"/>
                <a:cs typeface="Arial"/>
              </a:rPr>
              <a:t>github</a:t>
            </a:r>
            <a:r>
              <a:rPr lang="en-IE" noProof="0">
                <a:solidFill>
                  <a:schemeClr val="tx1"/>
                </a:solidFill>
                <a:latin typeface="Arial"/>
                <a:cs typeface="Arial"/>
              </a:rPr>
              <a:t> for </a:t>
            </a:r>
            <a:r>
              <a:rPr lang="en-IE" noProof="0" err="1">
                <a:solidFill>
                  <a:schemeClr val="tx1"/>
                </a:solidFill>
                <a:latin typeface="Arial"/>
                <a:cs typeface="Arial"/>
              </a:rPr>
              <a:t>collavorative</a:t>
            </a:r>
            <a:r>
              <a:rPr lang="en-IE" noProof="0">
                <a:solidFill>
                  <a:schemeClr val="tx1"/>
                </a:solidFill>
                <a:latin typeface="Arial"/>
                <a:cs typeface="Arial"/>
              </a:rPr>
              <a:t> coding.</a:t>
            </a:r>
            <a:endParaRPr lang="en-IE" noProof="0">
              <a:solidFill>
                <a:schemeClr val="tx1"/>
              </a:solidFill>
            </a:endParaRPr>
          </a:p>
          <a:p>
            <a:pPr marL="457200" indent="-457200">
              <a:buAutoNum type="arabicPeriod"/>
            </a:pPr>
            <a:r>
              <a:rPr lang="en-IE" noProof="0">
                <a:solidFill>
                  <a:schemeClr val="tx1"/>
                </a:solidFill>
                <a:latin typeface="Arial"/>
                <a:cs typeface="Arial"/>
              </a:rPr>
              <a:t>Analysis of time contributions from TARs</a:t>
            </a:r>
            <a:endParaRPr lang="en-IE" noProof="0">
              <a:solidFill>
                <a:schemeClr val="tx1"/>
              </a:solidFill>
            </a:endParaRPr>
          </a:p>
          <a:p>
            <a:pPr marL="457200" indent="-457200">
              <a:buAutoNum type="arabicPeriod"/>
            </a:pPr>
            <a:r>
              <a:rPr lang="en-IE" noProof="0">
                <a:solidFill>
                  <a:schemeClr val="tx1"/>
                </a:solidFill>
                <a:latin typeface="Arial"/>
                <a:cs typeface="Arial"/>
              </a:rPr>
              <a:t>Comparison of estimated cost vs. Actual cost (I've attached our estimate from week 1 in next slide) </a:t>
            </a:r>
            <a:endParaRPr lang="en-IE" noProof="0">
              <a:solidFill>
                <a:schemeClr val="tx1"/>
              </a:solidFill>
            </a:endParaRPr>
          </a:p>
          <a:p>
            <a:pPr marL="0" indent="0">
              <a:buNone/>
            </a:pPr>
            <a:endParaRPr lang="en-IE" noProof="0">
              <a:solidFill>
                <a:schemeClr val="tx1"/>
              </a:solidFill>
            </a:endParaRPr>
          </a:p>
        </p:txBody>
      </p:sp>
    </p:spTree>
    <p:extLst>
      <p:ext uri="{BB962C8B-B14F-4D97-AF65-F5344CB8AC3E}">
        <p14:creationId xmlns:p14="http://schemas.microsoft.com/office/powerpoint/2010/main" val="584841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9F1E7-84A3-A349-8AEB-5A5CFDB87C9C}"/>
              </a:ext>
            </a:extLst>
          </p:cNvPr>
          <p:cNvSpPr>
            <a:spLocks noGrp="1"/>
          </p:cNvSpPr>
          <p:nvPr>
            <p:ph type="title"/>
          </p:nvPr>
        </p:nvSpPr>
        <p:spPr/>
        <p:txBody>
          <a:bodyPr/>
          <a:lstStyle/>
          <a:p>
            <a:r>
              <a:rPr lang="en-IE" noProof="0">
                <a:solidFill>
                  <a:schemeClr val="tx1"/>
                </a:solidFill>
              </a:rPr>
              <a:t>Cost Estimate</a:t>
            </a:r>
          </a:p>
        </p:txBody>
      </p:sp>
      <p:sp>
        <p:nvSpPr>
          <p:cNvPr id="3" name="Text Placeholder 2">
            <a:extLst>
              <a:ext uri="{FF2B5EF4-FFF2-40B4-BE49-F238E27FC236}">
                <a16:creationId xmlns:a16="http://schemas.microsoft.com/office/drawing/2014/main" id="{CE1D042F-868F-834F-96EA-D677E5DCBC3A}"/>
              </a:ext>
            </a:extLst>
          </p:cNvPr>
          <p:cNvSpPr>
            <a:spLocks noGrp="1"/>
          </p:cNvSpPr>
          <p:nvPr>
            <p:ph type="body" sz="quarter" idx="14"/>
          </p:nvPr>
        </p:nvSpPr>
        <p:spPr>
          <a:xfrm>
            <a:off x="273133" y="1413989"/>
            <a:ext cx="11800830" cy="5269139"/>
          </a:xfrm>
        </p:spPr>
        <p:txBody>
          <a:bodyPr vert="horz" lIns="91440" tIns="45720" rIns="91440" bIns="45720" rtlCol="0" anchor="t">
            <a:normAutofit/>
          </a:bodyPr>
          <a:lstStyle/>
          <a:p>
            <a:r>
              <a:rPr lang="en-IE" noProof="0">
                <a:solidFill>
                  <a:schemeClr val="tx1"/>
                </a:solidFill>
              </a:rPr>
              <a:t>Project runs for a total of 19 weeks during term: </a:t>
            </a:r>
          </a:p>
          <a:p>
            <a:pPr lvl="1">
              <a:buFont typeface="Courier New" panose="02070309020205020404" pitchFamily="49" charset="0"/>
              <a:buChar char="o"/>
            </a:pPr>
            <a:r>
              <a:rPr lang="en-IE" noProof="0">
                <a:solidFill>
                  <a:schemeClr val="tx1"/>
                </a:solidFill>
                <a:latin typeface="Arial"/>
                <a:cs typeface="Arial"/>
              </a:rPr>
              <a:t>Week 3 (not incl. </a:t>
            </a:r>
            <a:r>
              <a:rPr lang="en-IE" noProof="0" err="1">
                <a:solidFill>
                  <a:schemeClr val="tx1"/>
                </a:solidFill>
                <a:latin typeface="Arial"/>
                <a:cs typeface="Arial"/>
              </a:rPr>
              <a:t>kickoff</a:t>
            </a:r>
            <a:r>
              <a:rPr lang="en-IE" noProof="0">
                <a:solidFill>
                  <a:schemeClr val="tx1"/>
                </a:solidFill>
                <a:latin typeface="Arial"/>
                <a:cs typeface="Arial"/>
              </a:rPr>
              <a:t>) – Week 10 in Semester 1 (8 weeks)</a:t>
            </a:r>
          </a:p>
          <a:p>
            <a:pPr lvl="1">
              <a:buFont typeface="Courier New" panose="02070309020205020404" pitchFamily="49" charset="0"/>
              <a:buChar char="o"/>
            </a:pPr>
            <a:r>
              <a:rPr lang="en-IE" noProof="0">
                <a:solidFill>
                  <a:schemeClr val="tx1"/>
                </a:solidFill>
              </a:rPr>
              <a:t>Week 1 – Week 11 in Semester 2 (11 weeks)</a:t>
            </a:r>
          </a:p>
          <a:p>
            <a:r>
              <a:rPr lang="en-IE" noProof="0">
                <a:solidFill>
                  <a:schemeClr val="tx1"/>
                </a:solidFill>
                <a:latin typeface="Arial"/>
                <a:cs typeface="Arial"/>
              </a:rPr>
              <a:t>We estimate </a:t>
            </a:r>
            <a:r>
              <a:rPr lang="en-IE">
                <a:solidFill>
                  <a:schemeClr val="tx1"/>
                </a:solidFill>
                <a:latin typeface="Arial"/>
                <a:cs typeface="Arial"/>
              </a:rPr>
              <a:t>10 hrs per person per week (2hrs meetings + 8hrs technical).</a:t>
            </a:r>
            <a:endParaRPr lang="en-IE" noProof="0">
              <a:solidFill>
                <a:schemeClr val="tx1"/>
              </a:solidFill>
              <a:latin typeface="Arial"/>
              <a:cs typeface="Arial"/>
            </a:endParaRPr>
          </a:p>
          <a:p>
            <a:r>
              <a:rPr lang="en-IE" noProof="0">
                <a:solidFill>
                  <a:schemeClr val="tx1"/>
                </a:solidFill>
                <a:latin typeface="Arial"/>
                <a:cs typeface="Arial"/>
              </a:rPr>
              <a:t>Team Staff Costs = £250/hr * </a:t>
            </a:r>
            <a:r>
              <a:rPr lang="en-IE">
                <a:solidFill>
                  <a:schemeClr val="tx1"/>
                </a:solidFill>
                <a:latin typeface="Arial"/>
                <a:cs typeface="Arial"/>
              </a:rPr>
              <a:t>10hrs * 6 team members * 19 weeks</a:t>
            </a:r>
            <a:endParaRPr lang="en-IE" noProof="0">
              <a:solidFill>
                <a:schemeClr val="tx1"/>
              </a:solidFill>
              <a:latin typeface="Arial"/>
              <a:cs typeface="Arial"/>
            </a:endParaRPr>
          </a:p>
          <a:p>
            <a:pPr marL="2286000" lvl="5" indent="0">
              <a:buNone/>
            </a:pPr>
            <a:r>
              <a:rPr lang="en-IE" noProof="0"/>
              <a:t>       </a:t>
            </a:r>
            <a:r>
              <a:rPr lang="en-IE" sz="2400" b="1" noProof="0">
                <a:latin typeface="Arial"/>
                <a:cs typeface="Arial"/>
              </a:rPr>
              <a:t>= £</a:t>
            </a:r>
            <a:r>
              <a:rPr lang="en-IE" sz="2400" b="1">
                <a:latin typeface="Arial"/>
                <a:cs typeface="Arial"/>
              </a:rPr>
              <a:t>285,000</a:t>
            </a:r>
            <a:endParaRPr lang="en-IE" sz="2400" b="1" noProof="0">
              <a:latin typeface="Arial" panose="020B0604020202020204" pitchFamily="34" charset="0"/>
              <a:cs typeface="Arial" panose="020B0604020202020204" pitchFamily="34" charset="0"/>
            </a:endParaRPr>
          </a:p>
          <a:p>
            <a:r>
              <a:rPr lang="en-IE" noProof="0">
                <a:solidFill>
                  <a:schemeClr val="tx1"/>
                </a:solidFill>
                <a:latin typeface="Arial" panose="020B0604020202020204" pitchFamily="34" charset="0"/>
                <a:cs typeface="Arial" panose="020B0604020202020204" pitchFamily="34" charset="0"/>
              </a:rPr>
              <a:t>We estimate 20hrs expert </a:t>
            </a:r>
            <a:r>
              <a:rPr lang="en-IE" noProof="0">
                <a:solidFill>
                  <a:schemeClr val="tx1"/>
                </a:solidFill>
              </a:rPr>
              <a:t>h</a:t>
            </a:r>
            <a:r>
              <a:rPr lang="en-IE" noProof="0">
                <a:solidFill>
                  <a:schemeClr val="tx1"/>
                </a:solidFill>
                <a:latin typeface="Arial" panose="020B0604020202020204" pitchFamily="34" charset="0"/>
                <a:cs typeface="Arial" panose="020B0604020202020204" pitchFamily="34" charset="0"/>
              </a:rPr>
              <a:t>elp: ~ 1hr per week</a:t>
            </a:r>
          </a:p>
          <a:p>
            <a:r>
              <a:rPr lang="en-IE" noProof="0">
                <a:solidFill>
                  <a:schemeClr val="tx1"/>
                </a:solidFill>
              </a:rPr>
              <a:t>Expert Staff Costs = £1250/hr * 20 hrs = </a:t>
            </a:r>
            <a:r>
              <a:rPr lang="en-IE" b="1" noProof="0">
                <a:solidFill>
                  <a:schemeClr val="tx1"/>
                </a:solidFill>
              </a:rPr>
              <a:t>£25,000</a:t>
            </a:r>
          </a:p>
          <a:p>
            <a:r>
              <a:rPr lang="en-IE" noProof="0">
                <a:solidFill>
                  <a:schemeClr val="tx1"/>
                </a:solidFill>
                <a:latin typeface="Arial"/>
                <a:cs typeface="Arial"/>
              </a:rPr>
              <a:t>Total Cost = £</a:t>
            </a:r>
            <a:r>
              <a:rPr lang="en-IE">
                <a:solidFill>
                  <a:schemeClr val="tx1"/>
                </a:solidFill>
                <a:latin typeface="Arial"/>
                <a:cs typeface="Arial"/>
              </a:rPr>
              <a:t>285000</a:t>
            </a:r>
            <a:r>
              <a:rPr lang="en-IE" noProof="0">
                <a:solidFill>
                  <a:schemeClr val="tx1"/>
                </a:solidFill>
                <a:latin typeface="Arial"/>
                <a:cs typeface="Arial"/>
              </a:rPr>
              <a:t> + £25000 = </a:t>
            </a:r>
            <a:r>
              <a:rPr lang="en-IE" b="1" noProof="0">
                <a:solidFill>
                  <a:schemeClr val="tx1"/>
                </a:solidFill>
                <a:latin typeface="Arial"/>
                <a:cs typeface="Arial"/>
              </a:rPr>
              <a:t>£</a:t>
            </a:r>
            <a:r>
              <a:rPr lang="en-IE" b="1">
                <a:solidFill>
                  <a:schemeClr val="tx1"/>
                </a:solidFill>
                <a:latin typeface="Arial"/>
                <a:cs typeface="Arial"/>
              </a:rPr>
              <a:t>310,000</a:t>
            </a:r>
            <a:r>
              <a:rPr lang="en-IE">
                <a:solidFill>
                  <a:schemeClr val="tx1"/>
                </a:solidFill>
                <a:latin typeface="Arial"/>
                <a:cs typeface="Arial"/>
              </a:rPr>
              <a:t> </a:t>
            </a:r>
          </a:p>
          <a:p>
            <a:endParaRPr lang="en-IE">
              <a:solidFill>
                <a:schemeClr val="tx1"/>
              </a:solidFill>
              <a:latin typeface="Arial"/>
              <a:cs typeface="Arial"/>
            </a:endParaRPr>
          </a:p>
          <a:p>
            <a:pPr marL="0" indent="0">
              <a:buNone/>
            </a:pPr>
            <a:r>
              <a:rPr lang="en-IE">
                <a:solidFill>
                  <a:schemeClr val="tx1"/>
                </a:solidFill>
                <a:latin typeface="Arial"/>
                <a:cs typeface="Arial"/>
              </a:rPr>
              <a:t>Actually we estimate 674.5 hrs totally and the total cost is £250/hr * 674.5 = </a:t>
            </a:r>
            <a:r>
              <a:rPr lang="en-IE" b="1">
                <a:solidFill>
                  <a:schemeClr val="tx1"/>
                </a:solidFill>
                <a:latin typeface="Arial"/>
                <a:cs typeface="Arial"/>
              </a:rPr>
              <a:t>£168625</a:t>
            </a:r>
            <a:endParaRPr lang="en-IE">
              <a:solidFill>
                <a:schemeClr val="tx1"/>
              </a:solidFill>
              <a:latin typeface="Arial"/>
              <a:cs typeface="Arial"/>
            </a:endParaRPr>
          </a:p>
        </p:txBody>
      </p:sp>
    </p:spTree>
    <p:extLst>
      <p:ext uri="{BB962C8B-B14F-4D97-AF65-F5344CB8AC3E}">
        <p14:creationId xmlns:p14="http://schemas.microsoft.com/office/powerpoint/2010/main" val="179771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BE350-3C7D-C423-9B23-B5CBA3847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D293C-643C-E6A7-4320-0B45C2236C7F}"/>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rPr>
              <a:t>Conclusions and Future Work</a:t>
            </a:r>
          </a:p>
        </p:txBody>
      </p:sp>
    </p:spTree>
    <p:extLst>
      <p:ext uri="{BB962C8B-B14F-4D97-AF65-F5344CB8AC3E}">
        <p14:creationId xmlns:p14="http://schemas.microsoft.com/office/powerpoint/2010/main" val="34171838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BF2CA-323B-90AA-064C-DD03D500578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AFEB1F8-A80B-2DA4-14B4-1B555492739C}"/>
              </a:ext>
            </a:extLst>
          </p:cNvPr>
          <p:cNvSpPr>
            <a:spLocks noGrp="1"/>
          </p:cNvSpPr>
          <p:nvPr>
            <p:ph type="title"/>
          </p:nvPr>
        </p:nvSpPr>
        <p:spPr>
          <a:xfrm>
            <a:off x="2549236" y="533614"/>
            <a:ext cx="9210963" cy="888786"/>
          </a:xfrm>
        </p:spPr>
        <p:txBody>
          <a:bodyPr/>
          <a:lstStyle/>
          <a:p>
            <a:r>
              <a:rPr lang="en-IE" noProof="0">
                <a:solidFill>
                  <a:schemeClr val="tx1"/>
                </a:solidFill>
                <a:latin typeface="Arial"/>
                <a:cs typeface="Arial"/>
              </a:rPr>
              <a:t>Suggested Structure</a:t>
            </a:r>
            <a:endParaRPr lang="en-IE" noProof="0">
              <a:solidFill>
                <a:schemeClr val="tx1"/>
              </a:solidFill>
            </a:endParaRPr>
          </a:p>
        </p:txBody>
      </p:sp>
      <p:sp>
        <p:nvSpPr>
          <p:cNvPr id="3" name="Content Placeholder 2">
            <a:extLst>
              <a:ext uri="{FF2B5EF4-FFF2-40B4-BE49-F238E27FC236}">
                <a16:creationId xmlns:a16="http://schemas.microsoft.com/office/drawing/2014/main" id="{A23CD0CD-E008-3190-1D29-127036EA1310}"/>
              </a:ext>
            </a:extLst>
          </p:cNvPr>
          <p:cNvSpPr>
            <a:spLocks noGrp="1"/>
          </p:cNvSpPr>
          <p:nvPr>
            <p:ph sz="half" idx="1"/>
          </p:nvPr>
        </p:nvSpPr>
        <p:spPr>
          <a:xfrm>
            <a:off x="838200" y="1608667"/>
            <a:ext cx="10920627" cy="4568296"/>
          </a:xfrm>
        </p:spPr>
        <p:txBody>
          <a:bodyPr vert="horz" lIns="91440" tIns="45720" rIns="91440" bIns="45720" rtlCol="0" anchor="t">
            <a:normAutofit/>
          </a:bodyPr>
          <a:lstStyle/>
          <a:p>
            <a:pPr marL="0" indent="0">
              <a:buNone/>
            </a:pPr>
            <a:r>
              <a:rPr lang="en-IE" noProof="0">
                <a:solidFill>
                  <a:schemeClr val="tx1"/>
                </a:solidFill>
                <a:latin typeface="Arial"/>
                <a:cs typeface="Arial"/>
              </a:rPr>
              <a:t>From guidelines: Findings from the study as a bullet point list. Overall assessment of the project outcomes</a:t>
            </a:r>
            <a:endParaRPr lang="en-IE" noProof="0">
              <a:solidFill>
                <a:schemeClr val="tx1"/>
              </a:solidFill>
            </a:endParaRPr>
          </a:p>
          <a:p>
            <a:pPr marL="0" indent="0">
              <a:buNone/>
            </a:pPr>
            <a:endParaRPr lang="en-IE" noProof="0">
              <a:solidFill>
                <a:schemeClr val="tx1"/>
              </a:solidFill>
            </a:endParaRPr>
          </a:p>
          <a:p>
            <a:pPr marL="457200" indent="-457200">
              <a:buAutoNum type="arabicPeriod"/>
            </a:pPr>
            <a:r>
              <a:rPr lang="en-IE" noProof="0">
                <a:solidFill>
                  <a:schemeClr val="tx1"/>
                </a:solidFill>
                <a:latin typeface="Arial"/>
                <a:cs typeface="Arial"/>
              </a:rPr>
              <a:t>Summarise our findings and performance. What went well? What didn't go well and why? I think we need to address why we didn't make it past </a:t>
            </a:r>
            <a:r>
              <a:rPr lang="en-IE" noProof="0" err="1">
                <a:solidFill>
                  <a:schemeClr val="tx1"/>
                </a:solidFill>
                <a:latin typeface="Arial"/>
                <a:cs typeface="Arial"/>
              </a:rPr>
              <a:t>behavioral</a:t>
            </a:r>
            <a:r>
              <a:rPr lang="en-IE" noProof="0">
                <a:solidFill>
                  <a:schemeClr val="tx1"/>
                </a:solidFill>
                <a:latin typeface="Arial"/>
                <a:cs typeface="Arial"/>
              </a:rPr>
              <a:t> stage</a:t>
            </a:r>
            <a:endParaRPr lang="en-IE" noProof="0">
              <a:solidFill>
                <a:schemeClr val="tx1"/>
              </a:solidFill>
            </a:endParaRPr>
          </a:p>
          <a:p>
            <a:pPr marL="457200" indent="-457200">
              <a:buAutoNum type="arabicPeriod"/>
            </a:pPr>
            <a:r>
              <a:rPr lang="en-IE" noProof="0">
                <a:solidFill>
                  <a:schemeClr val="tx1"/>
                </a:solidFill>
                <a:latin typeface="Arial"/>
                <a:cs typeface="Arial"/>
              </a:rPr>
              <a:t>Future work – what would we do if we had more time? How would we have moved onto hardware.</a:t>
            </a:r>
            <a:endParaRPr lang="en-IE" noProof="0">
              <a:solidFill>
                <a:schemeClr val="tx1"/>
              </a:solidFill>
            </a:endParaRPr>
          </a:p>
          <a:p>
            <a:pPr marL="0" indent="0">
              <a:buNone/>
            </a:pPr>
            <a:endParaRPr lang="en-IE" noProof="0">
              <a:solidFill>
                <a:schemeClr val="tx1"/>
              </a:solidFill>
            </a:endParaRPr>
          </a:p>
        </p:txBody>
      </p:sp>
    </p:spTree>
    <p:extLst>
      <p:ext uri="{BB962C8B-B14F-4D97-AF65-F5344CB8AC3E}">
        <p14:creationId xmlns:p14="http://schemas.microsoft.com/office/powerpoint/2010/main" val="1119584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University at sunset">
            <a:extLst>
              <a:ext uri="{FF2B5EF4-FFF2-40B4-BE49-F238E27FC236}">
                <a16:creationId xmlns:a16="http://schemas.microsoft.com/office/drawing/2014/main" id="{11FDCD37-95D4-D94F-8143-5384ADC6A6CB}"/>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175F20C-468E-F742-9149-B8A5FEBC2911}"/>
              </a:ext>
            </a:extLst>
          </p:cNvPr>
          <p:cNvSpPr>
            <a:spLocks noGrp="1"/>
          </p:cNvSpPr>
          <p:nvPr>
            <p:ph type="title" idx="4294967295"/>
          </p:nvPr>
        </p:nvSpPr>
        <p:spPr>
          <a:xfrm>
            <a:off x="645886" y="1889351"/>
            <a:ext cx="5842000" cy="1931535"/>
          </a:xfrm>
        </p:spPr>
        <p:txBody>
          <a:bodyPr>
            <a:noAutofit/>
          </a:bodyPr>
          <a:lstStyle/>
          <a:p>
            <a:pPr algn="l"/>
            <a:r>
              <a:rPr lang="en-IE">
                <a:solidFill>
                  <a:schemeClr val="bg1"/>
                </a:solidFill>
              </a:rPr>
              <a:t>Thank you for listening!</a:t>
            </a:r>
            <a:br>
              <a:rPr lang="en-IE">
                <a:solidFill>
                  <a:schemeClr val="bg1"/>
                </a:solidFill>
              </a:rPr>
            </a:br>
            <a:br>
              <a:rPr lang="en-IE">
                <a:solidFill>
                  <a:schemeClr val="bg1"/>
                </a:solidFill>
              </a:rPr>
            </a:br>
            <a:r>
              <a:rPr lang="en-IE">
                <a:solidFill>
                  <a:schemeClr val="bg1"/>
                </a:solidFill>
              </a:rPr>
              <a:t>Any questions? </a:t>
            </a:r>
            <a:br>
              <a:rPr lang="en-IE" noProof="0">
                <a:solidFill>
                  <a:schemeClr val="bg1"/>
                </a:solidFill>
              </a:rPr>
            </a:br>
            <a:endParaRPr lang="en-IE" noProof="0">
              <a:solidFill>
                <a:schemeClr val="bg1"/>
              </a:solidFill>
            </a:endParaRPr>
          </a:p>
        </p:txBody>
      </p:sp>
      <p:grpSp>
        <p:nvGrpSpPr>
          <p:cNvPr id="11" name="Group 10">
            <a:extLst>
              <a:ext uri="{FF2B5EF4-FFF2-40B4-BE49-F238E27FC236}">
                <a16:creationId xmlns:a16="http://schemas.microsoft.com/office/drawing/2014/main" id="{322ED6EA-1EF6-E99C-8D46-A77E8079F014}"/>
              </a:ext>
              <a:ext uri="{C183D7F6-B498-43B3-948B-1728B52AA6E4}">
                <adec:decorative xmlns:adec="http://schemas.microsoft.com/office/drawing/2017/decorative" val="1"/>
              </a:ext>
            </a:extLst>
          </p:cNvPr>
          <p:cNvGrpSpPr/>
          <p:nvPr/>
        </p:nvGrpSpPr>
        <p:grpSpPr>
          <a:xfrm>
            <a:off x="8385228" y="5699322"/>
            <a:ext cx="3413095" cy="854153"/>
            <a:chOff x="8385228" y="5699322"/>
            <a:chExt cx="3413095" cy="854153"/>
          </a:xfrm>
        </p:grpSpPr>
        <p:sp>
          <p:nvSpPr>
            <p:cNvPr id="12" name="TextBox 11">
              <a:extLst>
                <a:ext uri="{FF2B5EF4-FFF2-40B4-BE49-F238E27FC236}">
                  <a16:creationId xmlns:a16="http://schemas.microsoft.com/office/drawing/2014/main" id="{044E80E0-21D5-A09C-9C43-3B822C05837D}"/>
                </a:ext>
              </a:extLst>
            </p:cNvPr>
            <p:cNvSpPr txBox="1"/>
            <p:nvPr/>
          </p:nvSpPr>
          <p:spPr>
            <a:xfrm>
              <a:off x="8385228" y="5699322"/>
              <a:ext cx="3413095" cy="461665"/>
            </a:xfrm>
            <a:prstGeom prst="rect">
              <a:avLst/>
            </a:prstGeom>
            <a:noFill/>
            <a:effectLst>
              <a:outerShdw blurRad="1270000" dist="50800" dir="5400000" sx="200000" sy="200000" algn="ctr" rotWithShape="0">
                <a:schemeClr val="tx1"/>
              </a:outerShdw>
            </a:effectLst>
          </p:spPr>
          <p:txBody>
            <a:bodyPr wrap="square" rtlCol="0">
              <a:spAutoFit/>
            </a:bodyPr>
            <a:lstStyle/>
            <a:p>
              <a:pPr algn="r"/>
              <a:r>
                <a:rPr lang="en-IE" sz="2400" b="1" noProof="0">
                  <a:solidFill>
                    <a:schemeClr val="bg1"/>
                  </a:solidFill>
                  <a:latin typeface="Arial" panose="020B0604020202020204" pitchFamily="34" charset="0"/>
                  <a:cs typeface="Arial" panose="020B0604020202020204" pitchFamily="34" charset="0"/>
                </a:rPr>
                <a:t>#UofGWorldChangers</a:t>
              </a:r>
            </a:p>
          </p:txBody>
        </p:sp>
        <p:sp>
          <p:nvSpPr>
            <p:cNvPr id="13" name="TextBox 12">
              <a:extLst>
                <a:ext uri="{FF2B5EF4-FFF2-40B4-BE49-F238E27FC236}">
                  <a16:creationId xmlns:a16="http://schemas.microsoft.com/office/drawing/2014/main" id="{792BBCD2-E264-1B57-0E93-92E9DB639953}"/>
                </a:ext>
              </a:extLst>
            </p:cNvPr>
            <p:cNvSpPr txBox="1"/>
            <p:nvPr/>
          </p:nvSpPr>
          <p:spPr>
            <a:xfrm>
              <a:off x="9098531" y="6091810"/>
              <a:ext cx="2699792" cy="461665"/>
            </a:xfrm>
            <a:prstGeom prst="rect">
              <a:avLst/>
            </a:prstGeom>
            <a:noFill/>
          </p:spPr>
          <p:txBody>
            <a:bodyPr wrap="square" rtlCol="0">
              <a:spAutoFit/>
            </a:bodyPr>
            <a:lstStyle/>
            <a:p>
              <a:pPr algn="r"/>
              <a:r>
                <a:rPr lang="en-IE" sz="2400" b="1" noProof="0">
                  <a:solidFill>
                    <a:schemeClr val="bg1"/>
                  </a:solidFill>
                  <a:latin typeface="Arial" panose="020B0604020202020204" pitchFamily="34" charset="0"/>
                  <a:ea typeface="Arial" charset="0"/>
                  <a:cs typeface="Arial" panose="020B0604020202020204" pitchFamily="34" charset="0"/>
                </a:rPr>
                <a:t>@UofGlasgow</a:t>
              </a:r>
            </a:p>
          </p:txBody>
        </p:sp>
        <p:grpSp>
          <p:nvGrpSpPr>
            <p:cNvPr id="14" name="Group 13">
              <a:extLst>
                <a:ext uri="{FF2B5EF4-FFF2-40B4-BE49-F238E27FC236}">
                  <a16:creationId xmlns:a16="http://schemas.microsoft.com/office/drawing/2014/main" id="{84EA5A01-D67E-B5A8-4983-B4E38F735C71}"/>
                </a:ext>
              </a:extLst>
            </p:cNvPr>
            <p:cNvGrpSpPr/>
            <p:nvPr/>
          </p:nvGrpSpPr>
          <p:grpSpPr>
            <a:xfrm>
              <a:off x="8516481" y="6162367"/>
              <a:ext cx="841333" cy="347112"/>
              <a:chOff x="8601252" y="6162367"/>
              <a:chExt cx="841333" cy="347112"/>
            </a:xfrm>
          </p:grpSpPr>
          <p:pic>
            <p:nvPicPr>
              <p:cNvPr id="15" name="Picture 14">
                <a:extLst>
                  <a:ext uri="{FF2B5EF4-FFF2-40B4-BE49-F238E27FC236}">
                    <a16:creationId xmlns:a16="http://schemas.microsoft.com/office/drawing/2014/main" id="{8049EAA7-B259-E0CF-6188-D83E4A7650D1}"/>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78761" y="6162367"/>
                <a:ext cx="475023" cy="347112"/>
              </a:xfrm>
              <a:prstGeom prst="rect">
                <a:avLst/>
              </a:prstGeom>
            </p:spPr>
          </p:pic>
          <p:pic>
            <p:nvPicPr>
              <p:cNvPr id="16" name="Picture 15">
                <a:extLst>
                  <a:ext uri="{FF2B5EF4-FFF2-40B4-BE49-F238E27FC236}">
                    <a16:creationId xmlns:a16="http://schemas.microsoft.com/office/drawing/2014/main" id="{C9EF044C-8E77-0253-404C-AEACFCC1AE02}"/>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194185" y="6223334"/>
                <a:ext cx="248400" cy="248399"/>
              </a:xfrm>
              <a:prstGeom prst="rect">
                <a:avLst/>
              </a:prstGeom>
            </p:spPr>
          </p:pic>
          <p:pic>
            <p:nvPicPr>
              <p:cNvPr id="17" name="Picture 16">
                <a:extLst>
                  <a:ext uri="{FF2B5EF4-FFF2-40B4-BE49-F238E27FC236}">
                    <a16:creationId xmlns:a16="http://schemas.microsoft.com/office/drawing/2014/main" id="{1EFBA2B9-08B7-B52F-FE3B-91DCAC58DCD1}"/>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601252" y="6221141"/>
                <a:ext cx="239105" cy="239106"/>
              </a:xfrm>
              <a:prstGeom prst="rect">
                <a:avLst/>
              </a:prstGeom>
            </p:spPr>
          </p:pic>
        </p:grpSp>
      </p:grpSp>
    </p:spTree>
    <p:extLst>
      <p:ext uri="{BB962C8B-B14F-4D97-AF65-F5344CB8AC3E}">
        <p14:creationId xmlns:p14="http://schemas.microsoft.com/office/powerpoint/2010/main" val="3006378702"/>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Results &amp; Analysis: Methodology</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Systematic Parameter Isolation | 1,050 Match Sweep</a:t>
            </a:r>
          </a:p>
        </p:txBody>
      </p:sp>
      <p:sp>
        <p:nvSpPr>
          <p:cNvPr id="6" name="Rounded Rectangle 5"/>
          <p:cNvSpPr/>
          <p:nvPr/>
        </p:nvSpPr>
        <p:spPr>
          <a:xfrm>
            <a:off x="457200" y="1828800"/>
            <a:ext cx="3291840" cy="1005840"/>
          </a:xfrm>
          <a:prstGeom prst="roundRect">
            <a:avLst>
              <a:gd name="adj" fmla="val 30000"/>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1,050 Match parameter sweep</a:t>
            </a:r>
          </a:p>
        </p:txBody>
      </p:sp>
      <p:sp>
        <p:nvSpPr>
          <p:cNvPr id="7" name="Rounded Rectangle 6"/>
          <p:cNvSpPr/>
          <p:nvPr/>
        </p:nvSpPr>
        <p:spPr>
          <a:xfrm>
            <a:off x="4480560" y="1828800"/>
            <a:ext cx="3291840" cy="1005840"/>
          </a:xfrm>
          <a:prstGeom prst="roundRect">
            <a:avLst>
              <a:gd name="adj" fmla="val 30000"/>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Systematic Parameter Adjustments</a:t>
            </a:r>
          </a:p>
        </p:txBody>
      </p:sp>
      <p:sp>
        <p:nvSpPr>
          <p:cNvPr id="8" name="Rounded Rectangle 7"/>
          <p:cNvSpPr/>
          <p:nvPr/>
        </p:nvSpPr>
        <p:spPr>
          <a:xfrm>
            <a:off x="8412480" y="1828800"/>
            <a:ext cx="3291840" cy="1005840"/>
          </a:xfrm>
          <a:prstGeom prst="roundRect">
            <a:avLst>
              <a:gd name="adj" fmla="val 30000"/>
            </a:avLst>
          </a:prstGeom>
          <a:solidFill>
            <a:srgbClr val="CF1C2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Influence on Key Metrics</a:t>
            </a:r>
          </a:p>
        </p:txBody>
      </p:sp>
      <p:sp>
        <p:nvSpPr>
          <p:cNvPr id="9" name="TextBox 8"/>
          <p:cNvSpPr txBox="1"/>
          <p:nvPr/>
        </p:nvSpPr>
        <p:spPr>
          <a:xfrm>
            <a:off x="3840480" y="2011680"/>
            <a:ext cx="548640" cy="457200"/>
          </a:xfrm>
          <a:prstGeom prst="rect">
            <a:avLst/>
          </a:prstGeom>
          <a:noFill/>
        </p:spPr>
        <p:txBody>
          <a:bodyPr wrap="square">
            <a:spAutoFit/>
          </a:bodyPr>
          <a:lstStyle/>
          <a:p>
            <a:pPr algn="ctr"/>
            <a:r>
              <a:rPr sz="2800" b="0" i="0">
                <a:solidFill>
                  <a:srgbClr val="003865"/>
                </a:solidFill>
              </a:rPr>
              <a:t>→</a:t>
            </a:r>
          </a:p>
        </p:txBody>
      </p:sp>
      <p:sp>
        <p:nvSpPr>
          <p:cNvPr id="10" name="TextBox 9"/>
          <p:cNvSpPr txBox="1"/>
          <p:nvPr/>
        </p:nvSpPr>
        <p:spPr>
          <a:xfrm>
            <a:off x="7863840" y="2011680"/>
            <a:ext cx="548640" cy="457200"/>
          </a:xfrm>
          <a:prstGeom prst="rect">
            <a:avLst/>
          </a:prstGeom>
          <a:noFill/>
        </p:spPr>
        <p:txBody>
          <a:bodyPr wrap="square">
            <a:spAutoFit/>
          </a:bodyPr>
          <a:lstStyle/>
          <a:p>
            <a:pPr algn="ctr"/>
            <a:r>
              <a:rPr sz="2800" b="0" i="0">
                <a:solidFill>
                  <a:srgbClr val="003865"/>
                </a:solidFill>
              </a:rPr>
              <a:t>→</a:t>
            </a:r>
          </a:p>
        </p:txBody>
      </p:sp>
      <p:sp>
        <p:nvSpPr>
          <p:cNvPr id="11" name="Rounded Rectangle 10"/>
          <p:cNvSpPr/>
          <p:nvPr/>
        </p:nvSpPr>
        <p:spPr>
          <a:xfrm>
            <a:off x="45720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7 Parameters</a:t>
            </a:r>
          </a:p>
        </p:txBody>
      </p:sp>
      <p:sp>
        <p:nvSpPr>
          <p:cNvPr id="12" name="Rounded Rectangle 11"/>
          <p:cNvSpPr/>
          <p:nvPr/>
        </p:nvSpPr>
        <p:spPr>
          <a:xfrm>
            <a:off x="283464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5 Values Each</a:t>
            </a:r>
          </a:p>
        </p:txBody>
      </p:sp>
      <p:sp>
        <p:nvSpPr>
          <p:cNvPr id="13" name="Rounded Rectangle 12"/>
          <p:cNvSpPr/>
          <p:nvPr/>
        </p:nvSpPr>
        <p:spPr>
          <a:xfrm>
            <a:off x="521208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30 Trials/Level</a:t>
            </a:r>
          </a:p>
        </p:txBody>
      </p:sp>
      <p:sp>
        <p:nvSpPr>
          <p:cNvPr id="14" name="Rounded Rectangle 13"/>
          <p:cNvSpPr/>
          <p:nvPr/>
        </p:nvSpPr>
        <p:spPr>
          <a:xfrm>
            <a:off x="758952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20 min Match</a:t>
            </a:r>
          </a:p>
        </p:txBody>
      </p:sp>
      <p:sp>
        <p:nvSpPr>
          <p:cNvPr id="15" name="Rounded Rectangle 14"/>
          <p:cNvSpPr/>
          <p:nvPr/>
        </p:nvSpPr>
        <p:spPr>
          <a:xfrm>
            <a:off x="996696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Win Rate &amp; Goal Diff</a:t>
            </a:r>
          </a:p>
        </p:txBody>
      </p:sp>
      <p:sp>
        <p:nvSpPr>
          <p:cNvPr id="16" name="TextBox 15"/>
          <p:cNvSpPr txBox="1"/>
          <p:nvPr/>
        </p:nvSpPr>
        <p:spPr>
          <a:xfrm>
            <a:off x="457200" y="3931920"/>
            <a:ext cx="5486400" cy="365760"/>
          </a:xfrm>
          <a:prstGeom prst="rect">
            <a:avLst/>
          </a:prstGeom>
          <a:noFill/>
        </p:spPr>
        <p:txBody>
          <a:bodyPr wrap="square">
            <a:spAutoFit/>
          </a:bodyPr>
          <a:lstStyle/>
          <a:p>
            <a:pPr algn="l"/>
            <a:r>
              <a:rPr sz="1600" b="1" i="0">
                <a:solidFill>
                  <a:srgbClr val="003865"/>
                </a:solidFill>
              </a:rPr>
              <a:t>Experimental Setup</a:t>
            </a:r>
          </a:p>
        </p:txBody>
      </p:sp>
      <p:sp>
        <p:nvSpPr>
          <p:cNvPr id="17" name="TextBox 16"/>
          <p:cNvSpPr txBox="1"/>
          <p:nvPr/>
        </p:nvSpPr>
        <p:spPr>
          <a:xfrm>
            <a:off x="457200" y="4389120"/>
            <a:ext cx="10972800" cy="1371600"/>
          </a:xfrm>
          <a:prstGeom prst="rect">
            <a:avLst/>
          </a:prstGeom>
          <a:noFill/>
        </p:spPr>
        <p:txBody>
          <a:bodyPr wrap="square">
            <a:spAutoFit/>
          </a:bodyPr>
          <a:lstStyle/>
          <a:p>
            <a:pPr algn="l"/>
            <a:r>
              <a:rPr sz="1500" b="0" i="0">
                <a:solidFill>
                  <a:srgbClr val="000000"/>
                </a:solidFill>
              </a:rPr>
              <a:t>We wanted to test exactly how much each of our parameters influence key performance metrics.
We systematically adjusted each parameter across five different values, running over 1,050 simulations. This let us see how each change impacted our key metrics, like win rate and goal difference.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Performance Impact</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Isolating Win Rate and Goal Difference</a:t>
            </a:r>
          </a:p>
        </p:txBody>
      </p:sp>
      <p:pic>
        <p:nvPicPr>
          <p:cNvPr id="6" name="Picture 5" descr="heatmap_win_rate.png"/>
          <p:cNvPicPr>
            <a:picLocks noChangeAspect="1"/>
          </p:cNvPicPr>
          <p:nvPr/>
        </p:nvPicPr>
        <p:blipFill>
          <a:blip r:embed="rId2"/>
          <a:stretch>
            <a:fillRect/>
          </a:stretch>
        </p:blipFill>
        <p:spPr>
          <a:xfrm>
            <a:off x="274320" y="1463040"/>
            <a:ext cx="6858000" cy="3657600"/>
          </a:xfrm>
          <a:prstGeom prst="rect">
            <a:avLst/>
          </a:prstGeom>
        </p:spPr>
      </p:pic>
      <p:sp>
        <p:nvSpPr>
          <p:cNvPr id="7" name="TextBox 6"/>
          <p:cNvSpPr txBox="1"/>
          <p:nvPr/>
        </p:nvSpPr>
        <p:spPr>
          <a:xfrm>
            <a:off x="7498079" y="1463040"/>
            <a:ext cx="4114800" cy="365760"/>
          </a:xfrm>
          <a:prstGeom prst="rect">
            <a:avLst/>
          </a:prstGeom>
          <a:noFill/>
        </p:spPr>
        <p:txBody>
          <a:bodyPr wrap="square">
            <a:spAutoFit/>
          </a:bodyPr>
          <a:lstStyle/>
          <a:p>
            <a:pPr algn="l"/>
            <a:r>
              <a:rPr sz="1600" b="1" i="0">
                <a:solidFill>
                  <a:srgbClr val="CF1C20"/>
                </a:solidFill>
              </a:rPr>
              <a:t>Key Metric Outcomes</a:t>
            </a:r>
          </a:p>
        </p:txBody>
      </p:sp>
      <p:graphicFrame>
        <p:nvGraphicFramePr>
          <p:cNvPr id="8" name="Table 7"/>
          <p:cNvGraphicFramePr>
            <a:graphicFrameLocks noGrp="1"/>
          </p:cNvGraphicFramePr>
          <p:nvPr/>
        </p:nvGraphicFramePr>
        <p:xfrm>
          <a:off x="7498079" y="2011680"/>
          <a:ext cx="4389120" cy="1645920"/>
        </p:xfrm>
        <a:graphic>
          <a:graphicData uri="http://schemas.openxmlformats.org/drawingml/2006/table">
            <a:tbl>
              <a:tblPr firstRow="1" bandRow="1">
                <a:tableStyleId>{5C22544A-7EE6-4342-B048-85BDC9FD1C3A}</a:tableStyleId>
              </a:tblPr>
              <a:tblGrid>
                <a:gridCol w="1975104"/>
                <a:gridCol w="1097280"/>
                <a:gridCol w="1316736"/>
              </a:tblGrid>
              <a:tr h="329184">
                <a:tc>
                  <a:txBody>
                    <a:bodyPr/>
                    <a:lstStyle/>
                    <a:p>
                      <a:pPr algn="ctr"/>
                      <a:r>
                        <a:rPr sz="1100" b="1">
                          <a:solidFill>
                            <a:srgbClr val="FFFFFF"/>
                          </a:solidFill>
                        </a:rPr>
                        <a:t>Condition</a:t>
                      </a:r>
                    </a:p>
                  </a:txBody>
                  <a:tcPr>
                    <a:solidFill>
                      <a:srgbClr val="003865"/>
                    </a:solidFill>
                  </a:tcPr>
                </a:tc>
                <a:tc>
                  <a:txBody>
                    <a:bodyPr/>
                    <a:lstStyle/>
                    <a:p>
                      <a:pPr algn="ctr"/>
                      <a:r>
                        <a:rPr sz="1100" b="1">
                          <a:solidFill>
                            <a:srgbClr val="FFFFFF"/>
                          </a:solidFill>
                        </a:rPr>
                        <a:t>Win Rate</a:t>
                      </a:r>
                    </a:p>
                  </a:txBody>
                  <a:tcPr>
                    <a:solidFill>
                      <a:srgbClr val="003865"/>
                    </a:solidFill>
                  </a:tcPr>
                </a:tc>
                <a:tc>
                  <a:txBody>
                    <a:bodyPr/>
                    <a:lstStyle/>
                    <a:p>
                      <a:pPr algn="ctr"/>
                      <a:r>
                        <a:rPr sz="1100" b="1">
                          <a:solidFill>
                            <a:srgbClr val="FFFFFF"/>
                          </a:solidFill>
                        </a:rPr>
                        <a:t>Goal Diff</a:t>
                      </a:r>
                    </a:p>
                  </a:txBody>
                  <a:tcPr>
                    <a:solidFill>
                      <a:srgbClr val="003865"/>
                    </a:solidFill>
                  </a:tcPr>
                </a:tc>
              </a:tr>
              <a:tr h="329184">
                <a:tc>
                  <a:txBody>
                    <a:bodyPr/>
                    <a:lstStyle/>
                    <a:p>
                      <a:pPr algn="ctr"/>
                      <a:r>
                        <a:rPr sz="1100" b="0">
                          <a:solidFill>
                            <a:srgbClr val="000000"/>
                          </a:solidFill>
                        </a:rPr>
                        <a:t>Low Kick Power (&lt;1.0x)</a:t>
                      </a:r>
                    </a:p>
                  </a:txBody>
                  <a:tcPr>
                    <a:solidFill>
                      <a:srgbClr val="FFFFFF"/>
                    </a:solidFill>
                  </a:tcPr>
                </a:tc>
                <a:tc>
                  <a:txBody>
                    <a:bodyPr/>
                    <a:lstStyle/>
                    <a:p>
                      <a:pPr algn="ctr"/>
                      <a:r>
                        <a:rPr sz="1100" b="0">
                          <a:solidFill>
                            <a:srgbClr val="000000"/>
                          </a:solidFill>
                        </a:rPr>
                        <a:t>0.0%</a:t>
                      </a:r>
                    </a:p>
                  </a:txBody>
                  <a:tcPr>
                    <a:solidFill>
                      <a:srgbClr val="FFFFFF"/>
                    </a:solidFill>
                  </a:tcPr>
                </a:tc>
                <a:tc>
                  <a:txBody>
                    <a:bodyPr/>
                    <a:lstStyle/>
                    <a:p>
                      <a:pPr algn="ctr"/>
                      <a:r>
                        <a:rPr sz="1100" b="0">
                          <a:solidFill>
                            <a:srgbClr val="000000"/>
                          </a:solidFill>
                        </a:rPr>
                        <a:t>-1.0</a:t>
                      </a:r>
                    </a:p>
                  </a:txBody>
                  <a:tcPr>
                    <a:solidFill>
                      <a:srgbClr val="FFFFFF"/>
                    </a:solidFill>
                  </a:tcPr>
                </a:tc>
              </a:tr>
              <a:tr h="329184">
                <a:tc>
                  <a:txBody>
                    <a:bodyPr/>
                    <a:lstStyle/>
                    <a:p>
                      <a:pPr algn="ctr"/>
                      <a:r>
                        <a:rPr sz="1100" b="1">
                          <a:solidFill>
                            <a:srgbClr val="FFFFFF"/>
                          </a:solidFill>
                        </a:rPr>
                        <a:t> Max Kick Power (1.25x)</a:t>
                      </a:r>
                    </a:p>
                  </a:txBody>
                  <a:tcPr>
                    <a:solidFill>
                      <a:srgbClr val="ED7D31"/>
                    </a:solidFill>
                  </a:tcPr>
                </a:tc>
                <a:tc>
                  <a:txBody>
                    <a:bodyPr/>
                    <a:lstStyle/>
                    <a:p>
                      <a:pPr algn="ctr"/>
                      <a:r>
                        <a:rPr sz="1100" b="0">
                          <a:solidFill>
                            <a:srgbClr val="000000"/>
                          </a:solidFill>
                        </a:rPr>
                        <a:t>73.3%</a:t>
                      </a:r>
                    </a:p>
                  </a:txBody>
                  <a:tcPr>
                    <a:solidFill>
                      <a:srgbClr val="EAEAEA"/>
                    </a:solidFill>
                  </a:tcPr>
                </a:tc>
                <a:tc>
                  <a:txBody>
                    <a:bodyPr/>
                    <a:lstStyle/>
                    <a:p>
                      <a:pPr algn="ctr"/>
                      <a:r>
                        <a:rPr sz="1100" b="0">
                          <a:solidFill>
                            <a:srgbClr val="000000"/>
                          </a:solidFill>
                        </a:rPr>
                        <a:t>+0.8</a:t>
                      </a:r>
                    </a:p>
                  </a:txBody>
                  <a:tcPr>
                    <a:solidFill>
                      <a:srgbClr val="EAEAEA"/>
                    </a:solidFill>
                  </a:tcPr>
                </a:tc>
              </a:tr>
              <a:tr h="329184">
                <a:tc>
                  <a:txBody>
                    <a:bodyPr/>
                    <a:lstStyle/>
                    <a:p>
                      <a:pPr algn="ctr"/>
                      <a:r>
                        <a:rPr sz="1100" b="0">
                          <a:solidFill>
                            <a:srgbClr val="000000"/>
                          </a:solidFill>
                        </a:rPr>
                        <a:t>Far Shooting (2.8m)</a:t>
                      </a:r>
                    </a:p>
                  </a:txBody>
                  <a:tcPr>
                    <a:solidFill>
                      <a:srgbClr val="FFFFFF"/>
                    </a:solidFill>
                  </a:tcPr>
                </a:tc>
                <a:tc>
                  <a:txBody>
                    <a:bodyPr/>
                    <a:lstStyle/>
                    <a:p>
                      <a:pPr algn="ctr"/>
                      <a:r>
                        <a:rPr sz="1100" b="0">
                          <a:solidFill>
                            <a:srgbClr val="000000"/>
                          </a:solidFill>
                        </a:rPr>
                        <a:t>10.0%</a:t>
                      </a:r>
                    </a:p>
                  </a:txBody>
                  <a:tcPr>
                    <a:solidFill>
                      <a:srgbClr val="FFFFFF"/>
                    </a:solidFill>
                  </a:tcPr>
                </a:tc>
                <a:tc>
                  <a:txBody>
                    <a:bodyPr/>
                    <a:lstStyle/>
                    <a:p>
                      <a:pPr algn="ctr"/>
                      <a:r>
                        <a:rPr sz="1100" b="0">
                          <a:solidFill>
                            <a:srgbClr val="000000"/>
                          </a:solidFill>
                        </a:rPr>
                        <a:t>-1.2</a:t>
                      </a:r>
                    </a:p>
                  </a:txBody>
                  <a:tcPr>
                    <a:solidFill>
                      <a:srgbClr val="FFFFFF"/>
                    </a:solidFill>
                  </a:tcPr>
                </a:tc>
              </a:tr>
              <a:tr h="329184">
                <a:tc>
                  <a:txBody>
                    <a:bodyPr/>
                    <a:lstStyle/>
                    <a:p>
                      <a:pPr algn="ctr"/>
                      <a:r>
                        <a:rPr sz="1100" b="1">
                          <a:solidFill>
                            <a:srgbClr val="FFFFFF"/>
                          </a:solidFill>
                        </a:rPr>
                        <a:t> Close Shooting (1.0m)</a:t>
                      </a:r>
                    </a:p>
                  </a:txBody>
                  <a:tcPr>
                    <a:solidFill>
                      <a:srgbClr val="ED7D31"/>
                    </a:solidFill>
                  </a:tcPr>
                </a:tc>
                <a:tc>
                  <a:txBody>
                    <a:bodyPr/>
                    <a:lstStyle/>
                    <a:p>
                      <a:pPr algn="ctr"/>
                      <a:r>
                        <a:rPr sz="1100" b="0">
                          <a:solidFill>
                            <a:srgbClr val="000000"/>
                          </a:solidFill>
                        </a:rPr>
                        <a:t>76.7%</a:t>
                      </a:r>
                    </a:p>
                  </a:txBody>
                  <a:tcPr>
                    <a:solidFill>
                      <a:srgbClr val="EAEAEA"/>
                    </a:solidFill>
                  </a:tcPr>
                </a:tc>
                <a:tc>
                  <a:txBody>
                    <a:bodyPr/>
                    <a:lstStyle/>
                    <a:p>
                      <a:pPr algn="ctr"/>
                      <a:r>
                        <a:rPr sz="1100" b="0">
                          <a:solidFill>
                            <a:srgbClr val="000000"/>
                          </a:solidFill>
                        </a:rPr>
                        <a:t>+1.3</a:t>
                      </a:r>
                    </a:p>
                  </a:txBody>
                  <a:tcPr>
                    <a:solidFill>
                      <a:srgbClr val="EAEAEA"/>
                    </a:solidFill>
                  </a:tcPr>
                </a:tc>
              </a:tr>
            </a:tbl>
          </a:graphicData>
        </a:graphic>
      </p:graphicFrame>
      <p:sp>
        <p:nvSpPr>
          <p:cNvPr id="9" name="TextBox 8"/>
          <p:cNvSpPr txBox="1"/>
          <p:nvPr/>
        </p:nvSpPr>
        <p:spPr>
          <a:xfrm>
            <a:off x="7498079" y="3840480"/>
            <a:ext cx="4114800" cy="365760"/>
          </a:xfrm>
          <a:prstGeom prst="rect">
            <a:avLst/>
          </a:prstGeom>
          <a:noFill/>
        </p:spPr>
        <p:txBody>
          <a:bodyPr wrap="square">
            <a:spAutoFit/>
          </a:bodyPr>
          <a:lstStyle/>
          <a:p>
            <a:pPr algn="l"/>
            <a:r>
              <a:rPr sz="1400" b="1" i="0">
                <a:solidFill>
                  <a:srgbClr val="003865"/>
                </a:solidFill>
              </a:rPr>
              <a:t>1. Dominate Physically:</a:t>
            </a:r>
          </a:p>
        </p:txBody>
      </p:sp>
      <p:sp>
        <p:nvSpPr>
          <p:cNvPr id="10" name="TextBox 9"/>
          <p:cNvSpPr txBox="1"/>
          <p:nvPr/>
        </p:nvSpPr>
        <p:spPr>
          <a:xfrm>
            <a:off x="7498079" y="4114800"/>
            <a:ext cx="4389120" cy="914400"/>
          </a:xfrm>
          <a:prstGeom prst="rect">
            <a:avLst/>
          </a:prstGeom>
          <a:noFill/>
        </p:spPr>
        <p:txBody>
          <a:bodyPr wrap="square">
            <a:spAutoFit/>
          </a:bodyPr>
          <a:lstStyle/>
          <a:p>
            <a:pPr algn="l"/>
            <a:r>
              <a:rPr sz="1200" b="0" i="0">
                <a:solidFill>
                  <a:srgbClr val="000000"/>
                </a:solidFill>
              </a:rPr>
              <a:t>When kick power is low, we string together 0 wins. Maxing it out jumps our win rate over 70%. If we can’t outrun or outpower the opponent, we lose control.</a:t>
            </a:r>
          </a:p>
        </p:txBody>
      </p:sp>
      <p:sp>
        <p:nvSpPr>
          <p:cNvPr id="11" name="TextBox 10"/>
          <p:cNvSpPr txBox="1"/>
          <p:nvPr/>
        </p:nvSpPr>
        <p:spPr>
          <a:xfrm>
            <a:off x="7498079" y="5120640"/>
            <a:ext cx="4114800" cy="365760"/>
          </a:xfrm>
          <a:prstGeom prst="rect">
            <a:avLst/>
          </a:prstGeom>
          <a:noFill/>
        </p:spPr>
        <p:txBody>
          <a:bodyPr wrap="square">
            <a:spAutoFit/>
          </a:bodyPr>
          <a:lstStyle/>
          <a:p>
            <a:pPr algn="l"/>
            <a:r>
              <a:rPr sz="1400" b="1" i="0">
                <a:solidFill>
                  <a:srgbClr val="003865"/>
                </a:solidFill>
              </a:rPr>
              <a:t>2. High-Quality Shots:</a:t>
            </a:r>
          </a:p>
        </p:txBody>
      </p:sp>
      <p:sp>
        <p:nvSpPr>
          <p:cNvPr id="12" name="TextBox 11"/>
          <p:cNvSpPr txBox="1"/>
          <p:nvPr/>
        </p:nvSpPr>
        <p:spPr>
          <a:xfrm>
            <a:off x="7498079" y="5394960"/>
            <a:ext cx="4389120" cy="914400"/>
          </a:xfrm>
          <a:prstGeom prst="rect">
            <a:avLst/>
          </a:prstGeom>
          <a:noFill/>
        </p:spPr>
        <p:txBody>
          <a:bodyPr wrap="square">
            <a:spAutoFit/>
          </a:bodyPr>
          <a:lstStyle/>
          <a:p>
            <a:pPr algn="l"/>
            <a:r>
              <a:rPr sz="1200" b="0" i="0">
                <a:solidFill>
                  <a:srgbClr val="000000"/>
                </a:solidFill>
              </a:rPr>
              <a:t>Shooting from far away simply wastes possession. By restricting robots to only shoot within ~1 meter, win rates rise to 75%.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Offensive Engine Dynamics</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Patience and Pitch Control</a:t>
            </a:r>
          </a:p>
        </p:txBody>
      </p:sp>
      <p:pic>
        <p:nvPicPr>
          <p:cNvPr id="6" name="Picture 5" descr="heatmap_total_shots.png"/>
          <p:cNvPicPr>
            <a:picLocks noChangeAspect="1"/>
          </p:cNvPicPr>
          <p:nvPr/>
        </p:nvPicPr>
        <p:blipFill>
          <a:blip r:embed="rId2"/>
          <a:stretch>
            <a:fillRect/>
          </a:stretch>
        </p:blipFill>
        <p:spPr>
          <a:xfrm>
            <a:off x="274320" y="1463040"/>
            <a:ext cx="6400800" cy="3474720"/>
          </a:xfrm>
          <a:prstGeom prst="rect">
            <a:avLst/>
          </a:prstGeom>
        </p:spPr>
      </p:pic>
      <p:sp>
        <p:nvSpPr>
          <p:cNvPr id="7" name="TextBox 6"/>
          <p:cNvSpPr txBox="1"/>
          <p:nvPr/>
        </p:nvSpPr>
        <p:spPr>
          <a:xfrm>
            <a:off x="6949440" y="1188720"/>
            <a:ext cx="4572000" cy="365760"/>
          </a:xfrm>
          <a:prstGeom prst="rect">
            <a:avLst/>
          </a:prstGeom>
          <a:noFill/>
        </p:spPr>
        <p:txBody>
          <a:bodyPr wrap="square">
            <a:spAutoFit/>
          </a:bodyPr>
          <a:lstStyle/>
          <a:p>
            <a:pPr algn="l"/>
            <a:r>
              <a:rPr sz="1600" b="1" i="0">
                <a:solidFill>
                  <a:srgbClr val="003865"/>
                </a:solidFill>
              </a:rPr>
              <a:t>Quantity vs. Quality</a:t>
            </a:r>
          </a:p>
        </p:txBody>
      </p:sp>
      <p:sp>
        <p:nvSpPr>
          <p:cNvPr id="8" name="TextBox 7"/>
          <p:cNvSpPr txBox="1"/>
          <p:nvPr/>
        </p:nvSpPr>
        <p:spPr>
          <a:xfrm>
            <a:off x="6949440" y="1645920"/>
            <a:ext cx="4572000" cy="1463040"/>
          </a:xfrm>
          <a:prstGeom prst="rect">
            <a:avLst/>
          </a:prstGeom>
          <a:noFill/>
        </p:spPr>
        <p:txBody>
          <a:bodyPr wrap="square">
            <a:spAutoFit/>
          </a:bodyPr>
          <a:lstStyle/>
          <a:p>
            <a:pPr algn="l"/>
            <a:r>
              <a:rPr sz="1400" b="0" i="0">
                <a:solidFill>
                  <a:srgbClr val="000000"/>
                </a:solidFill>
              </a:rPr>
              <a:t>The data perfectly illustrates our offensive philosophy: fewer, high-quality shots are far more effective than taking many low-probability ones.
Restricting the max shooting distance massively decreases the total volume of shots (see graph), but astronomically increases the conversion rate and match Win Rate.</a:t>
            </a:r>
          </a:p>
        </p:txBody>
      </p:sp>
      <p:graphicFrame>
        <p:nvGraphicFramePr>
          <p:cNvPr id="9" name="Table 8"/>
          <p:cNvGraphicFramePr>
            <a:graphicFrameLocks noGrp="1"/>
          </p:cNvGraphicFramePr>
          <p:nvPr/>
        </p:nvGraphicFramePr>
        <p:xfrm>
          <a:off x="6949440" y="3108960"/>
          <a:ext cx="4572000" cy="914400"/>
        </p:xfrm>
        <a:graphic>
          <a:graphicData uri="http://schemas.openxmlformats.org/drawingml/2006/table">
            <a:tbl>
              <a:tblPr firstRow="1" bandRow="1">
                <a:tableStyleId>{5C22544A-7EE6-4342-B048-85BDC9FD1C3A}</a:tableStyleId>
              </a:tblPr>
              <a:tblGrid>
                <a:gridCol w="2057400"/>
                <a:gridCol w="1371600"/>
                <a:gridCol w="1143000"/>
              </a:tblGrid>
              <a:tr h="304800">
                <a:tc>
                  <a:txBody>
                    <a:bodyPr/>
                    <a:lstStyle/>
                    <a:p>
                      <a:pPr algn="ctr"/>
                      <a:r>
                        <a:rPr sz="1100" b="1">
                          <a:solidFill>
                            <a:srgbClr val="FFFFFF"/>
                          </a:solidFill>
                        </a:rPr>
                        <a:t>Condition</a:t>
                      </a:r>
                    </a:p>
                  </a:txBody>
                  <a:tcPr>
                    <a:solidFill>
                      <a:srgbClr val="003865"/>
                    </a:solidFill>
                  </a:tcPr>
                </a:tc>
                <a:tc>
                  <a:txBody>
                    <a:bodyPr/>
                    <a:lstStyle/>
                    <a:p>
                      <a:pPr algn="ctr"/>
                      <a:r>
                        <a:rPr sz="1100" b="1">
                          <a:solidFill>
                            <a:srgbClr val="FFFFFF"/>
                          </a:solidFill>
                        </a:rPr>
                        <a:t>Av. Total Shots</a:t>
                      </a:r>
                    </a:p>
                  </a:txBody>
                  <a:tcPr>
                    <a:solidFill>
                      <a:srgbClr val="003865"/>
                    </a:solidFill>
                  </a:tcPr>
                </a:tc>
                <a:tc>
                  <a:txBody>
                    <a:bodyPr/>
                    <a:lstStyle/>
                    <a:p>
                      <a:pPr algn="ctr"/>
                      <a:r>
                        <a:rPr sz="1100" b="1">
                          <a:solidFill>
                            <a:srgbClr val="FFFFFF"/>
                          </a:solidFill>
                        </a:rPr>
                        <a:t>Win Rate</a:t>
                      </a:r>
                    </a:p>
                  </a:txBody>
                  <a:tcPr>
                    <a:solidFill>
                      <a:srgbClr val="003865"/>
                    </a:solidFill>
                  </a:tcPr>
                </a:tc>
              </a:tr>
              <a:tr h="304800">
                <a:tc>
                  <a:txBody>
                    <a:bodyPr/>
                    <a:lstStyle/>
                    <a:p>
                      <a:pPr algn="ctr"/>
                      <a:r>
                        <a:rPr sz="1100" b="0">
                          <a:solidFill>
                            <a:srgbClr val="000000"/>
                          </a:solidFill>
                        </a:rPr>
                        <a:t>Far Shooting (2.8m)</a:t>
                      </a:r>
                    </a:p>
                  </a:txBody>
                  <a:tcPr>
                    <a:solidFill>
                      <a:srgbClr val="FFFFFF"/>
                    </a:solidFill>
                  </a:tcPr>
                </a:tc>
                <a:tc>
                  <a:txBody>
                    <a:bodyPr/>
                    <a:lstStyle/>
                    <a:p>
                      <a:pPr algn="ctr"/>
                      <a:r>
                        <a:rPr sz="1100" b="0">
                          <a:solidFill>
                            <a:srgbClr val="000000"/>
                          </a:solidFill>
                        </a:rPr>
                        <a:t>2,663</a:t>
                      </a:r>
                    </a:p>
                  </a:txBody>
                  <a:tcPr>
                    <a:solidFill>
                      <a:srgbClr val="FFFFFF"/>
                    </a:solidFill>
                  </a:tcPr>
                </a:tc>
                <a:tc>
                  <a:txBody>
                    <a:bodyPr/>
                    <a:lstStyle/>
                    <a:p>
                      <a:pPr algn="ctr"/>
                      <a:r>
                        <a:rPr sz="1100" b="0">
                          <a:solidFill>
                            <a:srgbClr val="000000"/>
                          </a:solidFill>
                        </a:rPr>
                        <a:t>10.0%</a:t>
                      </a:r>
                    </a:p>
                  </a:txBody>
                  <a:tcPr>
                    <a:solidFill>
                      <a:srgbClr val="FFFFFF"/>
                    </a:solidFill>
                  </a:tcPr>
                </a:tc>
              </a:tr>
              <a:tr h="304800">
                <a:tc>
                  <a:txBody>
                    <a:bodyPr/>
                    <a:lstStyle/>
                    <a:p>
                      <a:pPr algn="ctr"/>
                      <a:r>
                        <a:rPr sz="1100" b="1">
                          <a:solidFill>
                            <a:srgbClr val="FFFFFF"/>
                          </a:solidFill>
                        </a:rPr>
                        <a:t> Close Shooting (1.0m)</a:t>
                      </a:r>
                    </a:p>
                  </a:txBody>
                  <a:tcPr>
                    <a:solidFill>
                      <a:srgbClr val="ED7D31"/>
                    </a:solidFill>
                  </a:tcPr>
                </a:tc>
                <a:tc>
                  <a:txBody>
                    <a:bodyPr/>
                    <a:lstStyle/>
                    <a:p>
                      <a:pPr algn="ctr"/>
                      <a:r>
                        <a:rPr sz="1100" b="0">
                          <a:solidFill>
                            <a:srgbClr val="000000"/>
                          </a:solidFill>
                        </a:rPr>
                        <a:t>942</a:t>
                      </a:r>
                    </a:p>
                  </a:txBody>
                  <a:tcPr>
                    <a:solidFill>
                      <a:srgbClr val="EAEAEA"/>
                    </a:solidFill>
                  </a:tcPr>
                </a:tc>
                <a:tc>
                  <a:txBody>
                    <a:bodyPr/>
                    <a:lstStyle/>
                    <a:p>
                      <a:pPr algn="ctr"/>
                      <a:r>
                        <a:rPr sz="1100" b="0">
                          <a:solidFill>
                            <a:srgbClr val="000000"/>
                          </a:solidFill>
                        </a:rPr>
                        <a:t>76.7%</a:t>
                      </a:r>
                    </a:p>
                  </a:txBody>
                  <a:tcPr>
                    <a:solidFill>
                      <a:srgbClr val="EAEAEA"/>
                    </a:solidFill>
                  </a:tcPr>
                </a:tc>
              </a:tr>
            </a:tbl>
          </a:graphicData>
        </a:graphic>
      </p:graphicFrame>
      <p:sp>
        <p:nvSpPr>
          <p:cNvPr id="10" name="TextBox 9"/>
          <p:cNvSpPr txBox="1"/>
          <p:nvPr/>
        </p:nvSpPr>
        <p:spPr>
          <a:xfrm>
            <a:off x="6949440" y="4572000"/>
            <a:ext cx="4572000" cy="365760"/>
          </a:xfrm>
          <a:prstGeom prst="rect">
            <a:avLst/>
          </a:prstGeom>
          <a:noFill/>
        </p:spPr>
        <p:txBody>
          <a:bodyPr wrap="square">
            <a:spAutoFit/>
          </a:bodyPr>
          <a:lstStyle/>
          <a:p>
            <a:pPr algn="l"/>
            <a:r>
              <a:rPr sz="1600" b="1" i="0">
                <a:solidFill>
                  <a:srgbClr val="CF1C20"/>
                </a:solidFill>
              </a:rPr>
              <a:t>Winning the Pitch</a:t>
            </a:r>
          </a:p>
        </p:txBody>
      </p:sp>
      <p:sp>
        <p:nvSpPr>
          <p:cNvPr id="11" name="TextBox 10"/>
          <p:cNvSpPr txBox="1"/>
          <p:nvPr/>
        </p:nvSpPr>
        <p:spPr>
          <a:xfrm>
            <a:off x="6949440" y="5029200"/>
            <a:ext cx="4572000" cy="1463040"/>
          </a:xfrm>
          <a:prstGeom prst="rect">
            <a:avLst/>
          </a:prstGeom>
          <a:noFill/>
        </p:spPr>
        <p:txBody>
          <a:bodyPr wrap="square">
            <a:spAutoFit/>
          </a:bodyPr>
          <a:lstStyle/>
          <a:p>
            <a:pPr algn="l"/>
            <a:r>
              <a:rPr sz="1400" b="0" i="0">
                <a:solidFill>
                  <a:srgbClr val="000000"/>
                </a:solidFill>
              </a:rPr>
              <a:t>Our tracking of Net Territory Gain shows that a high press is the best way to control the game.
By pushing the defense forward and expanding the chase radius, we suffocate the opponent in their own half. If you get to the ball first, you control the game.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Synthesis: Designing the Optimal Brain</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Making a strong strategy even stronger</a:t>
            </a:r>
          </a:p>
        </p:txBody>
      </p:sp>
      <p:graphicFrame>
        <p:nvGraphicFramePr>
          <p:cNvPr id="6" name="Table 5"/>
          <p:cNvGraphicFramePr>
            <a:graphicFrameLocks noGrp="1"/>
          </p:cNvGraphicFramePr>
          <p:nvPr/>
        </p:nvGraphicFramePr>
        <p:xfrm>
          <a:off x="457200" y="1828800"/>
          <a:ext cx="5029200" cy="2743200"/>
        </p:xfrm>
        <a:graphic>
          <a:graphicData uri="http://schemas.openxmlformats.org/drawingml/2006/table">
            <a:tbl>
              <a:tblPr firstRow="1" bandRow="1">
                <a:tableStyleId>{5C22544A-7EE6-4342-B048-85BDC9FD1C3A}</a:tableStyleId>
              </a:tblPr>
              <a:tblGrid>
                <a:gridCol w="2011680"/>
                <a:gridCol w="1508760"/>
                <a:gridCol w="1508760"/>
              </a:tblGrid>
              <a:tr h="342900">
                <a:tc>
                  <a:txBody>
                    <a:bodyPr/>
                    <a:lstStyle/>
                    <a:p>
                      <a:pPr algn="ctr"/>
                      <a:r>
                        <a:rPr sz="1100" b="1">
                          <a:solidFill>
                            <a:srgbClr val="FFFFFF"/>
                          </a:solidFill>
                        </a:rPr>
                        <a:t>Parameter</a:t>
                      </a:r>
                    </a:p>
                  </a:txBody>
                  <a:tcPr>
                    <a:solidFill>
                      <a:srgbClr val="003865"/>
                    </a:solidFill>
                  </a:tcPr>
                </a:tc>
                <a:tc>
                  <a:txBody>
                    <a:bodyPr/>
                    <a:lstStyle/>
                    <a:p>
                      <a:pPr algn="ctr"/>
                      <a:r>
                        <a:rPr sz="1100" b="1">
                          <a:solidFill>
                            <a:srgbClr val="FFFFFF"/>
                          </a:solidFill>
                        </a:rPr>
                        <a:t>Tested Range</a:t>
                      </a:r>
                    </a:p>
                  </a:txBody>
                  <a:tcPr>
                    <a:solidFill>
                      <a:srgbClr val="003865"/>
                    </a:solidFill>
                  </a:tcPr>
                </a:tc>
                <a:tc>
                  <a:txBody>
                    <a:bodyPr/>
                    <a:lstStyle/>
                    <a:p>
                      <a:pPr algn="ctr"/>
                      <a:r>
                        <a:rPr sz="1100" b="1">
                          <a:solidFill>
                            <a:srgbClr val="FFFFFF"/>
                          </a:solidFill>
                        </a:rPr>
                        <a:t>Optimal Selected Value</a:t>
                      </a:r>
                    </a:p>
                  </a:txBody>
                  <a:tcPr>
                    <a:solidFill>
                      <a:srgbClr val="003865"/>
                    </a:solidFill>
                  </a:tcPr>
                </a:tc>
              </a:tr>
              <a:tr h="342900">
                <a:tc>
                  <a:txBody>
                    <a:bodyPr/>
                    <a:lstStyle/>
                    <a:p>
                      <a:pPr algn="ctr"/>
                      <a:r>
                        <a:rPr sz="1100" b="0">
                          <a:solidFill>
                            <a:srgbClr val="000000"/>
                          </a:solidFill>
                        </a:rPr>
                        <a:t>Shoot Distance Max</a:t>
                      </a:r>
                    </a:p>
                  </a:txBody>
                  <a:tcPr>
                    <a:solidFill>
                      <a:srgbClr val="FFFFFF"/>
                    </a:solidFill>
                  </a:tcPr>
                </a:tc>
                <a:tc>
                  <a:txBody>
                    <a:bodyPr/>
                    <a:lstStyle/>
                    <a:p>
                      <a:pPr algn="ctr"/>
                      <a:r>
                        <a:rPr sz="1100" b="0">
                          <a:solidFill>
                            <a:srgbClr val="000000"/>
                          </a:solidFill>
                        </a:rPr>
                        <a:t>1.0 – 2.8 m</a:t>
                      </a:r>
                    </a:p>
                  </a:txBody>
                  <a:tcPr>
                    <a:solidFill>
                      <a:srgbClr val="FFFFFF"/>
                    </a:solidFill>
                  </a:tcPr>
                </a:tc>
                <a:tc>
                  <a:txBody>
                    <a:bodyPr/>
                    <a:lstStyle/>
                    <a:p>
                      <a:pPr algn="ctr"/>
                      <a:r>
                        <a:rPr sz="1100" b="0">
                          <a:solidFill>
                            <a:srgbClr val="000000"/>
                          </a:solidFill>
                        </a:rPr>
                        <a:t>1.0 m</a:t>
                      </a:r>
                    </a:p>
                  </a:txBody>
                  <a:tcPr>
                    <a:solidFill>
                      <a:srgbClr val="FFFFFF"/>
                    </a:solidFill>
                  </a:tcPr>
                </a:tc>
              </a:tr>
              <a:tr h="342900">
                <a:tc>
                  <a:txBody>
                    <a:bodyPr/>
                    <a:lstStyle/>
                    <a:p>
                      <a:pPr algn="ctr"/>
                      <a:r>
                        <a:rPr sz="1100" b="0">
                          <a:solidFill>
                            <a:srgbClr val="000000"/>
                          </a:solidFill>
                        </a:rPr>
                        <a:t>Dash Power Mult</a:t>
                      </a:r>
                    </a:p>
                  </a:txBody>
                  <a:tcPr>
                    <a:solidFill>
                      <a:srgbClr val="EAEAEA"/>
                    </a:solidFill>
                  </a:tcPr>
                </a:tc>
                <a:tc>
                  <a:txBody>
                    <a:bodyPr/>
                    <a:lstStyle/>
                    <a:p>
                      <a:pPr algn="ctr"/>
                      <a:r>
                        <a:rPr sz="1100" b="0">
                          <a:solidFill>
                            <a:srgbClr val="000000"/>
                          </a:solidFill>
                        </a:rPr>
                        <a:t>0.7 – 1.3</a:t>
                      </a:r>
                    </a:p>
                  </a:txBody>
                  <a:tcPr>
                    <a:solidFill>
                      <a:srgbClr val="EAEAEA"/>
                    </a:solidFill>
                  </a:tcPr>
                </a:tc>
                <a:tc>
                  <a:txBody>
                    <a:bodyPr/>
                    <a:lstStyle/>
                    <a:p>
                      <a:pPr algn="ctr"/>
                      <a:r>
                        <a:rPr sz="1100" b="0">
                          <a:solidFill>
                            <a:srgbClr val="000000"/>
                          </a:solidFill>
                        </a:rPr>
                        <a:t>1.3x</a:t>
                      </a:r>
                    </a:p>
                  </a:txBody>
                  <a:tcPr>
                    <a:solidFill>
                      <a:srgbClr val="EAEAEA"/>
                    </a:solidFill>
                  </a:tcPr>
                </a:tc>
              </a:tr>
              <a:tr h="342900">
                <a:tc>
                  <a:txBody>
                    <a:bodyPr/>
                    <a:lstStyle/>
                    <a:p>
                      <a:pPr algn="ctr"/>
                      <a:r>
                        <a:rPr sz="1100" b="0">
                          <a:solidFill>
                            <a:srgbClr val="000000"/>
                          </a:solidFill>
                        </a:rPr>
                        <a:t>Kick Power</a:t>
                      </a:r>
                    </a:p>
                  </a:txBody>
                  <a:tcPr>
                    <a:solidFill>
                      <a:srgbClr val="FFFFFF"/>
                    </a:solidFill>
                  </a:tcPr>
                </a:tc>
                <a:tc>
                  <a:txBody>
                    <a:bodyPr/>
                    <a:lstStyle/>
                    <a:p>
                      <a:pPr algn="ctr"/>
                      <a:r>
                        <a:rPr sz="1100" b="0">
                          <a:solidFill>
                            <a:srgbClr val="000000"/>
                          </a:solidFill>
                        </a:rPr>
                        <a:t>0.85 – 1.25</a:t>
                      </a:r>
                    </a:p>
                  </a:txBody>
                  <a:tcPr>
                    <a:solidFill>
                      <a:srgbClr val="FFFFFF"/>
                    </a:solidFill>
                  </a:tcPr>
                </a:tc>
                <a:tc>
                  <a:txBody>
                    <a:bodyPr/>
                    <a:lstStyle/>
                    <a:p>
                      <a:pPr algn="ctr"/>
                      <a:r>
                        <a:rPr sz="1100" b="0">
                          <a:solidFill>
                            <a:srgbClr val="000000"/>
                          </a:solidFill>
                        </a:rPr>
                        <a:t>1.25x</a:t>
                      </a:r>
                    </a:p>
                  </a:txBody>
                  <a:tcPr>
                    <a:solidFill>
                      <a:srgbClr val="FFFFFF"/>
                    </a:solidFill>
                  </a:tcPr>
                </a:tc>
              </a:tr>
              <a:tr h="342900">
                <a:tc>
                  <a:txBody>
                    <a:bodyPr/>
                    <a:lstStyle/>
                    <a:p>
                      <a:pPr algn="ctr"/>
                      <a:r>
                        <a:rPr sz="1100" b="0">
                          <a:solidFill>
                            <a:srgbClr val="000000"/>
                          </a:solidFill>
                        </a:rPr>
                        <a:t>Def Press Offset</a:t>
                      </a:r>
                    </a:p>
                  </a:txBody>
                  <a:tcPr>
                    <a:solidFill>
                      <a:srgbClr val="EAEAEA"/>
                    </a:solidFill>
                  </a:tcPr>
                </a:tc>
                <a:tc>
                  <a:txBody>
                    <a:bodyPr/>
                    <a:lstStyle/>
                    <a:p>
                      <a:pPr algn="ctr"/>
                      <a:r>
                        <a:rPr sz="1100" b="0">
                          <a:solidFill>
                            <a:srgbClr val="000000"/>
                          </a:solidFill>
                        </a:rPr>
                        <a:t>-1.2 – 2.0 m</a:t>
                      </a:r>
                    </a:p>
                  </a:txBody>
                  <a:tcPr>
                    <a:solidFill>
                      <a:srgbClr val="EAEAEA"/>
                    </a:solidFill>
                  </a:tcPr>
                </a:tc>
                <a:tc>
                  <a:txBody>
                    <a:bodyPr/>
                    <a:lstStyle/>
                    <a:p>
                      <a:pPr algn="ctr"/>
                      <a:r>
                        <a:rPr sz="1100" b="0">
                          <a:solidFill>
                            <a:srgbClr val="000000"/>
                          </a:solidFill>
                        </a:rPr>
                        <a:t>+1.0 m</a:t>
                      </a:r>
                    </a:p>
                  </a:txBody>
                  <a:tcPr>
                    <a:solidFill>
                      <a:srgbClr val="EAEAEA"/>
                    </a:solidFill>
                  </a:tcPr>
                </a:tc>
              </a:tr>
              <a:tr h="342900">
                <a:tc>
                  <a:txBody>
                    <a:bodyPr/>
                    <a:lstStyle/>
                    <a:p>
                      <a:pPr algn="ctr"/>
                      <a:r>
                        <a:rPr sz="1100" b="0">
                          <a:solidFill>
                            <a:srgbClr val="000000"/>
                          </a:solidFill>
                        </a:rPr>
                        <a:t>Chase Radius</a:t>
                      </a:r>
                    </a:p>
                  </a:txBody>
                  <a:tcPr>
                    <a:solidFill>
                      <a:srgbClr val="FFFFFF"/>
                    </a:solidFill>
                  </a:tcPr>
                </a:tc>
                <a:tc>
                  <a:txBody>
                    <a:bodyPr/>
                    <a:lstStyle/>
                    <a:p>
                      <a:pPr algn="ctr"/>
                      <a:r>
                        <a:rPr sz="1100" b="0">
                          <a:solidFill>
                            <a:srgbClr val="000000"/>
                          </a:solidFill>
                        </a:rPr>
                        <a:t>1.3 – 3.5 m</a:t>
                      </a:r>
                    </a:p>
                  </a:txBody>
                  <a:tcPr>
                    <a:solidFill>
                      <a:srgbClr val="FFFFFF"/>
                    </a:solidFill>
                  </a:tcPr>
                </a:tc>
                <a:tc>
                  <a:txBody>
                    <a:bodyPr/>
                    <a:lstStyle/>
                    <a:p>
                      <a:pPr algn="ctr"/>
                      <a:r>
                        <a:rPr sz="1100" b="0">
                          <a:solidFill>
                            <a:srgbClr val="000000"/>
                          </a:solidFill>
                        </a:rPr>
                        <a:t>2.5 m</a:t>
                      </a:r>
                    </a:p>
                  </a:txBody>
                  <a:tcPr>
                    <a:solidFill>
                      <a:srgbClr val="FFFFFF"/>
                    </a:solidFill>
                  </a:tcPr>
                </a:tc>
              </a:tr>
              <a:tr h="342900">
                <a:tc>
                  <a:txBody>
                    <a:bodyPr/>
                    <a:lstStyle/>
                    <a:p>
                      <a:pPr algn="ctr"/>
                      <a:r>
                        <a:rPr sz="1100" b="0">
                          <a:solidFill>
                            <a:srgbClr val="000000"/>
                          </a:solidFill>
                        </a:rPr>
                        <a:t>Tackle Aggression</a:t>
                      </a:r>
                    </a:p>
                  </a:txBody>
                  <a:tcPr>
                    <a:solidFill>
                      <a:srgbClr val="EAEAEA"/>
                    </a:solidFill>
                  </a:tcPr>
                </a:tc>
                <a:tc>
                  <a:txBody>
                    <a:bodyPr/>
                    <a:lstStyle/>
                    <a:p>
                      <a:pPr algn="ctr"/>
                      <a:r>
                        <a:rPr sz="1100" b="0">
                          <a:solidFill>
                            <a:srgbClr val="000000"/>
                          </a:solidFill>
                        </a:rPr>
                        <a:t>0.2 – 0.85</a:t>
                      </a:r>
                    </a:p>
                  </a:txBody>
                  <a:tcPr>
                    <a:solidFill>
                      <a:srgbClr val="EAEAEA"/>
                    </a:solidFill>
                  </a:tcPr>
                </a:tc>
                <a:tc>
                  <a:txBody>
                    <a:bodyPr/>
                    <a:lstStyle/>
                    <a:p>
                      <a:pPr algn="ctr"/>
                      <a:r>
                        <a:rPr sz="1100" b="0">
                          <a:solidFill>
                            <a:srgbClr val="000000"/>
                          </a:solidFill>
                        </a:rPr>
                        <a:t>0.7</a:t>
                      </a:r>
                    </a:p>
                  </a:txBody>
                  <a:tcPr>
                    <a:solidFill>
                      <a:srgbClr val="EAEAEA"/>
                    </a:solidFill>
                  </a:tcPr>
                </a:tc>
              </a:tr>
              <a:tr h="342900">
                <a:tc>
                  <a:txBody>
                    <a:bodyPr/>
                    <a:lstStyle/>
                    <a:p>
                      <a:pPr algn="ctr"/>
                      <a:r>
                        <a:rPr sz="1100" b="0">
                          <a:solidFill>
                            <a:srgbClr val="000000"/>
                          </a:solidFill>
                        </a:rPr>
                        <a:t>Shoot-Over-Pass Bias</a:t>
                      </a:r>
                    </a:p>
                  </a:txBody>
                  <a:tcPr>
                    <a:solidFill>
                      <a:srgbClr val="FFFFFF"/>
                    </a:solidFill>
                  </a:tcPr>
                </a:tc>
                <a:tc>
                  <a:txBody>
                    <a:bodyPr/>
                    <a:lstStyle/>
                    <a:p>
                      <a:pPr algn="ctr"/>
                      <a:r>
                        <a:rPr sz="1100" b="0">
                          <a:solidFill>
                            <a:srgbClr val="000000"/>
                          </a:solidFill>
                        </a:rPr>
                        <a:t>0.1 – 0.9</a:t>
                      </a:r>
                    </a:p>
                  </a:txBody>
                  <a:tcPr>
                    <a:solidFill>
                      <a:srgbClr val="FFFFFF"/>
                    </a:solidFill>
                  </a:tcPr>
                </a:tc>
                <a:tc>
                  <a:txBody>
                    <a:bodyPr/>
                    <a:lstStyle/>
                    <a:p>
                      <a:pPr algn="ctr"/>
                      <a:r>
                        <a:rPr sz="1100" b="0">
                          <a:solidFill>
                            <a:srgbClr val="000000"/>
                          </a:solidFill>
                        </a:rPr>
                        <a:t>0.1</a:t>
                      </a:r>
                    </a:p>
                  </a:txBody>
                  <a:tcPr>
                    <a:solidFill>
                      <a:srgbClr val="FFFFFF"/>
                    </a:solidFill>
                  </a:tcPr>
                </a:tc>
              </a:tr>
            </a:tbl>
          </a:graphicData>
        </a:graphic>
      </p:graphicFrame>
      <p:sp>
        <p:nvSpPr>
          <p:cNvPr id="7" name="Rounded Rectangle 6"/>
          <p:cNvSpPr/>
          <p:nvPr/>
        </p:nvSpPr>
        <p:spPr>
          <a:xfrm>
            <a:off x="5943600" y="1828800"/>
            <a:ext cx="5669280" cy="2926080"/>
          </a:xfrm>
          <a:prstGeom prst="roundRect">
            <a:avLst>
              <a:gd name="adj" fmla="val 15000"/>
            </a:avLst>
          </a:prstGeom>
          <a:solidFill>
            <a:srgbClr val="EAEAEA"/>
          </a:solidFill>
          <a:ln w="12700">
            <a:solidFill>
              <a:srgbClr val="0038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2011680"/>
            <a:ext cx="5029200" cy="365760"/>
          </a:xfrm>
          <a:prstGeom prst="rect">
            <a:avLst/>
          </a:prstGeom>
          <a:noFill/>
        </p:spPr>
        <p:txBody>
          <a:bodyPr wrap="square">
            <a:spAutoFit/>
          </a:bodyPr>
          <a:lstStyle/>
          <a:p>
            <a:pPr algn="l"/>
            <a:r>
              <a:rPr sz="1600" b="1" i="0">
                <a:solidFill>
                  <a:srgbClr val="003865"/>
                </a:solidFill>
              </a:rPr>
              <a:t>The Optimised Balanced Team</a:t>
            </a:r>
          </a:p>
        </p:txBody>
      </p:sp>
      <p:sp>
        <p:nvSpPr>
          <p:cNvPr id="9" name="TextBox 8"/>
          <p:cNvSpPr txBox="1"/>
          <p:nvPr/>
        </p:nvSpPr>
        <p:spPr>
          <a:xfrm>
            <a:off x="6217920" y="2468880"/>
            <a:ext cx="5029200" cy="548640"/>
          </a:xfrm>
          <a:prstGeom prst="rect">
            <a:avLst/>
          </a:prstGeom>
          <a:noFill/>
        </p:spPr>
        <p:txBody>
          <a:bodyPr wrap="square">
            <a:spAutoFit/>
          </a:bodyPr>
          <a:lstStyle/>
          <a:p>
            <a:pPr algn="l"/>
            <a:r>
              <a:rPr sz="1200" b="0" i="0">
                <a:solidFill>
                  <a:srgbClr val="000000"/>
                </a:solidFill>
              </a:rPr>
              <a:t>• After over a thousand matches, a clear strategy emerged: dominate physically, control the pitch, and only take the best shots.</a:t>
            </a:r>
          </a:p>
        </p:txBody>
      </p:sp>
      <p:sp>
        <p:nvSpPr>
          <p:cNvPr id="10" name="TextBox 9"/>
          <p:cNvSpPr txBox="1"/>
          <p:nvPr/>
        </p:nvSpPr>
        <p:spPr>
          <a:xfrm>
            <a:off x="6217920" y="3017520"/>
            <a:ext cx="5029200" cy="548640"/>
          </a:xfrm>
          <a:prstGeom prst="rect">
            <a:avLst/>
          </a:prstGeom>
          <a:noFill/>
        </p:spPr>
        <p:txBody>
          <a:bodyPr wrap="square">
            <a:spAutoFit/>
          </a:bodyPr>
          <a:lstStyle/>
          <a:p>
            <a:pPr algn="l"/>
            <a:r>
              <a:rPr sz="1200" b="0" i="0">
                <a:solidFill>
                  <a:srgbClr val="000000"/>
                </a:solidFill>
              </a:rPr>
              <a:t>• We took these mathematically optimal parameters and applied them to our existing Balanced strategy.</a:t>
            </a:r>
          </a:p>
        </p:txBody>
      </p:sp>
      <p:sp>
        <p:nvSpPr>
          <p:cNvPr id="11" name="TextBox 10"/>
          <p:cNvSpPr txBox="1"/>
          <p:nvPr/>
        </p:nvSpPr>
        <p:spPr>
          <a:xfrm>
            <a:off x="6217920" y="3566160"/>
            <a:ext cx="5029200" cy="548640"/>
          </a:xfrm>
          <a:prstGeom prst="rect">
            <a:avLst/>
          </a:prstGeom>
          <a:noFill/>
        </p:spPr>
        <p:txBody>
          <a:bodyPr wrap="square">
            <a:spAutoFit/>
          </a:bodyPr>
          <a:lstStyle/>
          <a:p>
            <a:pPr algn="l"/>
            <a:r>
              <a:rPr sz="1200" b="0" i="0">
                <a:solidFill>
                  <a:srgbClr val="000000"/>
                </a:solidFill>
              </a:rPr>
              <a:t>• Resulting in two distinct agents: a Standard Balanced team, and an Optimised Balanced team.</a:t>
            </a:r>
          </a:p>
        </p:txBody>
      </p:sp>
      <p:sp>
        <p:nvSpPr>
          <p:cNvPr id="12" name="TextBox 11"/>
          <p:cNvSpPr txBox="1"/>
          <p:nvPr/>
        </p:nvSpPr>
        <p:spPr>
          <a:xfrm>
            <a:off x="6217920" y="4114800"/>
            <a:ext cx="5029200" cy="548640"/>
          </a:xfrm>
          <a:prstGeom prst="rect">
            <a:avLst/>
          </a:prstGeom>
          <a:noFill/>
        </p:spPr>
        <p:txBody>
          <a:bodyPr wrap="square">
            <a:spAutoFit/>
          </a:bodyPr>
          <a:lstStyle/>
          <a:p>
            <a:pPr algn="l"/>
            <a:r>
              <a:rPr sz="1200" b="0" i="0">
                <a:solidFill>
                  <a:srgbClr val="000000"/>
                </a:solidFill>
              </a:rPr>
              <a:t>• We are not changing the core HTSM system—we are simply making a strong strategy even stronger through empirical iteration.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Final Validation Statistics</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100-Match Stress Test: Optimised Team vs Baseline Team</a:t>
            </a:r>
          </a:p>
        </p:txBody>
      </p:sp>
      <p:sp>
        <p:nvSpPr>
          <p:cNvPr id="6" name="Rounded Rectangle 5"/>
          <p:cNvSpPr/>
          <p:nvPr/>
        </p:nvSpPr>
        <p:spPr>
          <a:xfrm>
            <a:off x="914400" y="1554480"/>
            <a:ext cx="2926080" cy="2194560"/>
          </a:xfrm>
          <a:prstGeom prst="roundRect">
            <a:avLst>
              <a:gd name="adj" fmla="val 15000"/>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2743200" cy="365760"/>
          </a:xfrm>
          <a:prstGeom prst="rect">
            <a:avLst/>
          </a:prstGeom>
          <a:noFill/>
        </p:spPr>
        <p:txBody>
          <a:bodyPr wrap="square">
            <a:spAutoFit/>
          </a:bodyPr>
          <a:lstStyle/>
          <a:p>
            <a:pPr algn="ctr"/>
            <a:r>
              <a:rPr sz="1600" b="1" i="0">
                <a:solidFill>
                  <a:srgbClr val="FFFFFF"/>
                </a:solidFill>
              </a:rPr>
              <a:t>BLUE WIN RATE</a:t>
            </a:r>
          </a:p>
        </p:txBody>
      </p:sp>
      <p:sp>
        <p:nvSpPr>
          <p:cNvPr id="8" name="TextBox 7"/>
          <p:cNvSpPr txBox="1"/>
          <p:nvPr/>
        </p:nvSpPr>
        <p:spPr>
          <a:xfrm>
            <a:off x="1005840" y="2194560"/>
            <a:ext cx="2743200" cy="731520"/>
          </a:xfrm>
          <a:prstGeom prst="rect">
            <a:avLst/>
          </a:prstGeom>
          <a:noFill/>
        </p:spPr>
        <p:txBody>
          <a:bodyPr wrap="square">
            <a:spAutoFit/>
          </a:bodyPr>
          <a:lstStyle/>
          <a:p>
            <a:pPr algn="ctr"/>
            <a:r>
              <a:rPr sz="5200" b="1" i="0">
                <a:solidFill>
                  <a:srgbClr val="ED7D31"/>
                </a:solidFill>
              </a:rPr>
              <a:t>99.0%</a:t>
            </a:r>
          </a:p>
        </p:txBody>
      </p:sp>
      <p:sp>
        <p:nvSpPr>
          <p:cNvPr id="9" name="TextBox 8"/>
          <p:cNvSpPr txBox="1"/>
          <p:nvPr/>
        </p:nvSpPr>
        <p:spPr>
          <a:xfrm>
            <a:off x="1005840" y="3108960"/>
            <a:ext cx="2743200" cy="548640"/>
          </a:xfrm>
          <a:prstGeom prst="rect">
            <a:avLst/>
          </a:prstGeom>
          <a:noFill/>
        </p:spPr>
        <p:txBody>
          <a:bodyPr wrap="square">
            <a:spAutoFit/>
          </a:bodyPr>
          <a:lstStyle/>
          <a:p>
            <a:pPr algn="ctr"/>
            <a:r>
              <a:rPr sz="1400" b="0" i="1">
                <a:solidFill>
                  <a:srgbClr val="FFFFFF"/>
                </a:solidFill>
              </a:rPr>
              <a:t>Out of 100 matches</a:t>
            </a:r>
          </a:p>
        </p:txBody>
      </p:sp>
      <p:sp>
        <p:nvSpPr>
          <p:cNvPr id="10" name="Rounded Rectangle 9"/>
          <p:cNvSpPr/>
          <p:nvPr/>
        </p:nvSpPr>
        <p:spPr>
          <a:xfrm>
            <a:off x="4114800" y="1554480"/>
            <a:ext cx="2926080" cy="2194560"/>
          </a:xfrm>
          <a:prstGeom prst="roundRect">
            <a:avLst>
              <a:gd name="adj" fmla="val 15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828800"/>
            <a:ext cx="2743200" cy="365760"/>
          </a:xfrm>
          <a:prstGeom prst="rect">
            <a:avLst/>
          </a:prstGeom>
          <a:noFill/>
        </p:spPr>
        <p:txBody>
          <a:bodyPr wrap="square">
            <a:spAutoFit/>
          </a:bodyPr>
          <a:lstStyle/>
          <a:p>
            <a:pPr algn="ctr"/>
            <a:r>
              <a:rPr sz="1600" b="1" i="0">
                <a:solidFill>
                  <a:srgbClr val="003865"/>
                </a:solidFill>
              </a:rPr>
              <a:t>DRAW RATE</a:t>
            </a:r>
          </a:p>
        </p:txBody>
      </p:sp>
      <p:sp>
        <p:nvSpPr>
          <p:cNvPr id="12" name="TextBox 11"/>
          <p:cNvSpPr txBox="1"/>
          <p:nvPr/>
        </p:nvSpPr>
        <p:spPr>
          <a:xfrm>
            <a:off x="4206240" y="2194560"/>
            <a:ext cx="2743200" cy="731520"/>
          </a:xfrm>
          <a:prstGeom prst="rect">
            <a:avLst/>
          </a:prstGeom>
          <a:noFill/>
        </p:spPr>
        <p:txBody>
          <a:bodyPr wrap="square">
            <a:spAutoFit/>
          </a:bodyPr>
          <a:lstStyle/>
          <a:p>
            <a:pPr algn="ctr"/>
            <a:r>
              <a:rPr sz="5200" b="1" i="0">
                <a:solidFill>
                  <a:srgbClr val="003865"/>
                </a:solidFill>
              </a:rPr>
              <a:t>1.0%</a:t>
            </a:r>
          </a:p>
        </p:txBody>
      </p:sp>
      <p:sp>
        <p:nvSpPr>
          <p:cNvPr id="13" name="TextBox 12"/>
          <p:cNvSpPr txBox="1"/>
          <p:nvPr/>
        </p:nvSpPr>
        <p:spPr>
          <a:xfrm>
            <a:off x="4206240" y="3108960"/>
            <a:ext cx="2743200" cy="548640"/>
          </a:xfrm>
          <a:prstGeom prst="rect">
            <a:avLst/>
          </a:prstGeom>
          <a:noFill/>
        </p:spPr>
        <p:txBody>
          <a:bodyPr wrap="square">
            <a:spAutoFit/>
          </a:bodyPr>
          <a:lstStyle/>
          <a:p>
            <a:pPr algn="ctr"/>
            <a:r>
              <a:rPr sz="1400" b="0" i="1">
                <a:solidFill>
                  <a:srgbClr val="003865"/>
                </a:solidFill>
              </a:rPr>
              <a:t>Deadlocked</a:t>
            </a:r>
          </a:p>
        </p:txBody>
      </p:sp>
      <p:sp>
        <p:nvSpPr>
          <p:cNvPr id="14" name="Rounded Rectangle 13"/>
          <p:cNvSpPr/>
          <p:nvPr/>
        </p:nvSpPr>
        <p:spPr>
          <a:xfrm>
            <a:off x="7315200" y="1554480"/>
            <a:ext cx="2926080" cy="2194560"/>
          </a:xfrm>
          <a:prstGeom prst="roundRect">
            <a:avLst>
              <a:gd name="adj" fmla="val 15000"/>
            </a:avLst>
          </a:prstGeom>
          <a:solidFill>
            <a:srgbClr val="CF1C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828800"/>
            <a:ext cx="2743200" cy="365760"/>
          </a:xfrm>
          <a:prstGeom prst="rect">
            <a:avLst/>
          </a:prstGeom>
          <a:noFill/>
        </p:spPr>
        <p:txBody>
          <a:bodyPr wrap="square">
            <a:spAutoFit/>
          </a:bodyPr>
          <a:lstStyle/>
          <a:p>
            <a:pPr algn="ctr"/>
            <a:r>
              <a:rPr sz="1600" b="1" i="0">
                <a:solidFill>
                  <a:srgbClr val="FFFFFF"/>
                </a:solidFill>
              </a:rPr>
              <a:t>RED WIN RATE</a:t>
            </a:r>
          </a:p>
        </p:txBody>
      </p:sp>
      <p:sp>
        <p:nvSpPr>
          <p:cNvPr id="16" name="TextBox 15"/>
          <p:cNvSpPr txBox="1"/>
          <p:nvPr/>
        </p:nvSpPr>
        <p:spPr>
          <a:xfrm>
            <a:off x="7406640" y="2194560"/>
            <a:ext cx="2743200" cy="731520"/>
          </a:xfrm>
          <a:prstGeom prst="rect">
            <a:avLst/>
          </a:prstGeom>
          <a:noFill/>
        </p:spPr>
        <p:txBody>
          <a:bodyPr wrap="square">
            <a:spAutoFit/>
          </a:bodyPr>
          <a:lstStyle/>
          <a:p>
            <a:pPr algn="ctr"/>
            <a:r>
              <a:rPr sz="5200" b="1" i="0">
                <a:solidFill>
                  <a:srgbClr val="FFFFFF"/>
                </a:solidFill>
              </a:rPr>
              <a:t>0.0%</a:t>
            </a:r>
          </a:p>
        </p:txBody>
      </p:sp>
      <p:sp>
        <p:nvSpPr>
          <p:cNvPr id="17" name="TextBox 16"/>
          <p:cNvSpPr txBox="1"/>
          <p:nvPr/>
        </p:nvSpPr>
        <p:spPr>
          <a:xfrm>
            <a:off x="7406640" y="3108960"/>
            <a:ext cx="2743200" cy="548640"/>
          </a:xfrm>
          <a:prstGeom prst="rect">
            <a:avLst/>
          </a:prstGeom>
          <a:noFill/>
        </p:spPr>
        <p:txBody>
          <a:bodyPr wrap="square">
            <a:spAutoFit/>
          </a:bodyPr>
          <a:lstStyle/>
          <a:p>
            <a:pPr algn="ctr"/>
            <a:r>
              <a:rPr sz="1400" b="0" i="1">
                <a:solidFill>
                  <a:srgbClr val="FFFFFF"/>
                </a:solidFill>
              </a:rPr>
              <a:t>Baseline Team</a:t>
            </a:r>
          </a:p>
        </p:txBody>
      </p:sp>
      <p:sp>
        <p:nvSpPr>
          <p:cNvPr id="18" name="Rounded Rectangle 17"/>
          <p:cNvSpPr/>
          <p:nvPr/>
        </p:nvSpPr>
        <p:spPr>
          <a:xfrm>
            <a:off x="1280160" y="4023360"/>
            <a:ext cx="4114800" cy="2011680"/>
          </a:xfrm>
          <a:prstGeom prst="roundRect">
            <a:avLst>
              <a:gd name="adj" fmla="val 15000"/>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4297680"/>
            <a:ext cx="3931920" cy="365760"/>
          </a:xfrm>
          <a:prstGeom prst="rect">
            <a:avLst/>
          </a:prstGeom>
          <a:noFill/>
        </p:spPr>
        <p:txBody>
          <a:bodyPr wrap="square">
            <a:spAutoFit/>
          </a:bodyPr>
          <a:lstStyle/>
          <a:p>
            <a:pPr algn="ctr"/>
            <a:r>
              <a:rPr sz="1600" b="1" i="0">
                <a:solidFill>
                  <a:srgbClr val="FFFFFF"/>
                </a:solidFill>
              </a:rPr>
              <a:t>AVG GOALS SCORED</a:t>
            </a:r>
          </a:p>
        </p:txBody>
      </p:sp>
      <p:sp>
        <p:nvSpPr>
          <p:cNvPr id="20" name="TextBox 19"/>
          <p:cNvSpPr txBox="1"/>
          <p:nvPr/>
        </p:nvSpPr>
        <p:spPr>
          <a:xfrm>
            <a:off x="1371600" y="4663440"/>
            <a:ext cx="3931920" cy="731520"/>
          </a:xfrm>
          <a:prstGeom prst="rect">
            <a:avLst/>
          </a:prstGeom>
          <a:noFill/>
        </p:spPr>
        <p:txBody>
          <a:bodyPr wrap="square">
            <a:spAutoFit/>
          </a:bodyPr>
          <a:lstStyle/>
          <a:p>
            <a:pPr algn="ctr"/>
            <a:r>
              <a:rPr sz="5200" b="1" i="0">
                <a:solidFill>
                  <a:srgbClr val="ED7D31"/>
                </a:solidFill>
              </a:rPr>
              <a:t>4.36</a:t>
            </a:r>
          </a:p>
        </p:txBody>
      </p:sp>
      <p:sp>
        <p:nvSpPr>
          <p:cNvPr id="21" name="TextBox 20"/>
          <p:cNvSpPr txBox="1"/>
          <p:nvPr/>
        </p:nvSpPr>
        <p:spPr>
          <a:xfrm>
            <a:off x="1371600" y="5577840"/>
            <a:ext cx="3931920" cy="548640"/>
          </a:xfrm>
          <a:prstGeom prst="rect">
            <a:avLst/>
          </a:prstGeom>
          <a:noFill/>
        </p:spPr>
        <p:txBody>
          <a:bodyPr wrap="square">
            <a:spAutoFit/>
          </a:bodyPr>
          <a:lstStyle/>
          <a:p>
            <a:pPr algn="ctr"/>
            <a:r>
              <a:rPr sz="1400" b="0" i="1">
                <a:solidFill>
                  <a:srgbClr val="FFFFFF"/>
                </a:solidFill>
              </a:rPr>
              <a:t>Compared to 0.07 against</a:t>
            </a:r>
          </a:p>
        </p:txBody>
      </p:sp>
      <p:sp>
        <p:nvSpPr>
          <p:cNvPr id="22" name="Rounded Rectangle 21"/>
          <p:cNvSpPr/>
          <p:nvPr/>
        </p:nvSpPr>
        <p:spPr>
          <a:xfrm>
            <a:off x="5669280" y="4023360"/>
            <a:ext cx="4114800" cy="2011680"/>
          </a:xfrm>
          <a:prstGeom prst="roundRect">
            <a:avLst>
              <a:gd name="adj" fmla="val 15000"/>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0720" y="4297680"/>
            <a:ext cx="3931920" cy="365760"/>
          </a:xfrm>
          <a:prstGeom prst="rect">
            <a:avLst/>
          </a:prstGeom>
          <a:noFill/>
        </p:spPr>
        <p:txBody>
          <a:bodyPr wrap="square">
            <a:spAutoFit/>
          </a:bodyPr>
          <a:lstStyle/>
          <a:p>
            <a:pPr algn="ctr"/>
            <a:r>
              <a:rPr sz="1600" b="1" i="0">
                <a:solidFill>
                  <a:srgbClr val="FFFFFF"/>
                </a:solidFill>
              </a:rPr>
              <a:t>AVG GOAL DIFFERENCE</a:t>
            </a:r>
          </a:p>
        </p:txBody>
      </p:sp>
      <p:sp>
        <p:nvSpPr>
          <p:cNvPr id="24" name="TextBox 23"/>
          <p:cNvSpPr txBox="1"/>
          <p:nvPr/>
        </p:nvSpPr>
        <p:spPr>
          <a:xfrm>
            <a:off x="5760720" y="4663440"/>
            <a:ext cx="3931920" cy="731520"/>
          </a:xfrm>
          <a:prstGeom prst="rect">
            <a:avLst/>
          </a:prstGeom>
          <a:noFill/>
        </p:spPr>
        <p:txBody>
          <a:bodyPr wrap="square">
            <a:spAutoFit/>
          </a:bodyPr>
          <a:lstStyle/>
          <a:p>
            <a:pPr algn="ctr"/>
            <a:r>
              <a:rPr sz="5200" b="1" i="0">
                <a:solidFill>
                  <a:srgbClr val="FFFFFF"/>
                </a:solidFill>
              </a:rPr>
              <a:t>+4.29</a:t>
            </a:r>
          </a:p>
        </p:txBody>
      </p:sp>
      <p:sp>
        <p:nvSpPr>
          <p:cNvPr id="25" name="TextBox 24"/>
          <p:cNvSpPr txBox="1"/>
          <p:nvPr/>
        </p:nvSpPr>
        <p:spPr>
          <a:xfrm>
            <a:off x="5760720" y="5577840"/>
            <a:ext cx="3931920" cy="548640"/>
          </a:xfrm>
          <a:prstGeom prst="rect">
            <a:avLst/>
          </a:prstGeom>
          <a:noFill/>
        </p:spPr>
        <p:txBody>
          <a:bodyPr wrap="square">
            <a:spAutoFit/>
          </a:bodyPr>
          <a:lstStyle/>
          <a:p>
            <a:pPr algn="ctr"/>
            <a:r>
              <a:rPr sz="1400" b="0" i="1">
                <a:solidFill>
                  <a:srgbClr val="FFFFFF"/>
                </a:solidFill>
              </a:rPr>
              <a:t>Total Pitch Domination</a:t>
            </a:r>
          </a:p>
        </p:txBody>
      </p:sp>
    </p:spTree>
  </p:cSld>
  <p:clrMapOvr>
    <a:masterClrMapping/>
  </p:clrMapOvr>
</p:sld>
</file>

<file path=ppt/theme/theme1.xml><?xml version="1.0" encoding="utf-8"?>
<a:theme xmlns:a="http://schemas.openxmlformats.org/drawingml/2006/main" name="Office Theme">
  <a:themeElements>
    <a:clrScheme name="UofG colours">
      <a:dk1>
        <a:srgbClr val="003865"/>
      </a:dk1>
      <a:lt1>
        <a:srgbClr val="FFFFFE"/>
      </a:lt1>
      <a:dk2>
        <a:srgbClr val="000000"/>
      </a:dk2>
      <a:lt2>
        <a:srgbClr val="7D2238"/>
      </a:lt2>
      <a:accent1>
        <a:srgbClr val="0075B0"/>
      </a:accent1>
      <a:accent2>
        <a:srgbClr val="5B4D93"/>
      </a:accent2>
      <a:accent3>
        <a:srgbClr val="CF1C20"/>
      </a:accent3>
      <a:accent4>
        <a:srgbClr val="00833C"/>
      </a:accent4>
      <a:accent5>
        <a:srgbClr val="BE4D00"/>
      </a:accent5>
      <a:accent6>
        <a:srgbClr val="951271"/>
      </a:accent6>
      <a:hlink>
        <a:srgbClr val="584B3D"/>
      </a:hlink>
      <a:folHlink>
        <a:srgbClr val="0068A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edia_790988_smxx" id="{314E2337-4831-4556-88E9-6FF394DBD858}" vid="{9A3A96FF-A4FF-4A62-8D9A-C400EFC4F78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BD73459EB7F1741BA6ADE3BFE4C0053" ma:contentTypeVersion="3" ma:contentTypeDescription="Create a new document." ma:contentTypeScope="" ma:versionID="dd33ef9028bebe1b7579092792f9f424">
  <xsd:schema xmlns:xsd="http://www.w3.org/2001/XMLSchema" xmlns:xs="http://www.w3.org/2001/XMLSchema" xmlns:p="http://schemas.microsoft.com/office/2006/metadata/properties" xmlns:ns2="91147921-a457-4851-bbab-7a6244bc3820" targetNamespace="http://schemas.microsoft.com/office/2006/metadata/properties" ma:root="true" ma:fieldsID="97f85f2ade68a2f5fc225cc3787554a8" ns2:_="">
    <xsd:import namespace="91147921-a457-4851-bbab-7a6244bc382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147921-a457-4851-bbab-7a6244bc38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FB7ECE-EFEB-4B6B-909D-AB2FAD235331}">
  <ds:schemaRefs>
    <ds:schemaRef ds:uri="91147921-a457-4851-bbab-7a6244bc382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8F3C3EE-3A3C-47DD-BBCC-2B6C7F0B3992}">
  <ds:schemaRefs>
    <ds:schemaRef ds:uri="91147921-a457-4851-bbab-7a6244bc382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5E300AD-A71A-4A76-BF08-06C11392B7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glasgow_uni</Template>
  <Application>Microsoft Office PowerPoint</Application>
  <PresentationFormat>Widescreen</PresentationFormat>
  <Slides>24</Slides>
  <Notes>7</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Robotics TDP: Team 1 Final Presentation</vt:lpstr>
      <vt:lpstr>General Guidelines</vt:lpstr>
      <vt:lpstr>Introduction</vt:lpstr>
      <vt:lpstr>Introduction: Presentation Structure</vt:lpstr>
      <vt:lpstr>Introduction: Project Requirements</vt:lpstr>
      <vt:lpstr>Introduction: Project Structure</vt:lpstr>
      <vt:lpstr>Methodology (3D)</vt:lpstr>
      <vt:lpstr>Model Creation And Validation</vt:lpstr>
      <vt:lpstr>Controller Design And Testing Results</vt:lpstr>
      <vt:lpstr>Methodology (2D)</vt:lpstr>
      <vt:lpstr>How we develop a 2D model</vt:lpstr>
      <vt:lpstr>How we made the model realistic: </vt:lpstr>
      <vt:lpstr>Behaviour Model &amp; Test</vt:lpstr>
      <vt:lpstr>Results and Analysis</vt:lpstr>
      <vt:lpstr>Suggested Structure</vt:lpstr>
      <vt:lpstr>Team Performance Analysis</vt:lpstr>
      <vt:lpstr>PowerPoint Presentation</vt:lpstr>
      <vt:lpstr>PowerPoint Presentation</vt:lpstr>
      <vt:lpstr>PowerPoint Presentation</vt:lpstr>
      <vt:lpstr>Suggested Structure</vt:lpstr>
      <vt:lpstr>Cost Estimate</vt:lpstr>
      <vt:lpstr>Conclusions and Future Work</vt:lpstr>
      <vt:lpstr>Suggested Structure</vt:lpstr>
      <vt:lpstr>Thank you for listening!  Any questions?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Ciaran Breen (student)</dc:creator>
  <cp:keywords/>
  <dc:description/>
  <cp:revision>1</cp:revision>
  <dcterms:created xsi:type="dcterms:W3CDTF">2026-03-18T18:39:29Z</dcterms:created>
  <dcterms:modified xsi:type="dcterms:W3CDTF">2026-03-23T05:26:02Z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0x010100ABD73459EB7F1741BA6ADE3BFE4C0053</vt:lpwstr>
  </property>
</Properties>
</file>