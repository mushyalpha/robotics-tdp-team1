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56" r:id="rId5"/>
    <p:sldId id="493" r:id="rId6"/>
    <p:sldId id="501" r:id="rId7"/>
    <p:sldId id="479" r:id="rId8"/>
    <p:sldId id="500" r:id="rId9"/>
    <p:sldId id="499" r:id="rId10"/>
    <p:sldId id="487" r:id="rId11"/>
    <p:sldId id="502" r:id="rId12"/>
    <p:sldId id="506" r:id="rId13"/>
    <p:sldId id="491" r:id="rId14"/>
    <p:sldId id="480" r:id="rId15"/>
    <p:sldId id="509" r:id="rId16"/>
    <p:sldId id="508" r:id="rId17"/>
    <p:sldId id="488" r:id="rId18"/>
    <p:sldId id="495" r:id="rId19"/>
    <p:sldId id="489" r:id="rId20"/>
    <p:sldId id="504" r:id="rId21"/>
    <p:sldId id="503" r:id="rId22"/>
    <p:sldId id="505" r:id="rId23"/>
    <p:sldId id="496" r:id="rId24"/>
    <p:sldId id="497" r:id="rId25"/>
    <p:sldId id="490" r:id="rId26"/>
    <p:sldId id="498" r:id="rId27"/>
    <p:sldId id="273" r:id="rId28"/>
    <p:sldId id="510" r:id="rId36"/>
    <p:sldId id="511" r:id="rId37"/>
    <p:sldId id="512" r:id="rId38"/>
    <p:sldId id="513" r:id="rId39"/>
    <p:sldId id="51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8893EE-CD86-E8D8-FD0B-C4CA916E2CE8}" v="243" dt="2026-03-23T01:07:07.483"/>
    <p1510:client id="{1ECEF315-202D-A638-23AE-953421CDE409}" v="305" dt="2026-03-23T05:25:27.049"/>
    <p1510:client id="{A63AD8D3-C272-F8A3-0107-7C713E3710D8}" v="63" dt="2026-03-23T00:56:19.440"/>
    <p1510:client id="{A95960D7-0F4A-47C5-8AD6-4CBF95BECBAE}" v="33" dt="2026-03-22T11:23:56.396"/>
    <p1510:client id="{CFDE18CE-F116-1F98-7D9F-42B4869616D1}" v="486" dt="2026-03-23T04:01:29.052"/>
    <p1510:client id="{F52FCE50-7089-1911-F473-16097689C7EF}" v="356" dt="2026-03-23T05:05:57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e SHU (student)" userId="S::3173350s@student.gla.ac.uk::5b880bda-444d-48b3-ab78-625d08845e91" providerId="AD" clId="Web-{A63AD8D3-C272-F8A3-0107-7C713E3710D8}"/>
    <pc:docChg chg="addSld delSld modSld">
      <pc:chgData name="Jie SHU (student)" userId="S::3173350s@student.gla.ac.uk::5b880bda-444d-48b3-ab78-625d08845e91" providerId="AD" clId="Web-{A63AD8D3-C272-F8A3-0107-7C713E3710D8}" dt="2026-03-23T00:56:19.440" v="64" actId="14100"/>
      <pc:docMkLst>
        <pc:docMk/>
      </pc:docMkLst>
      <pc:sldChg chg="addSp delSp modSp add replId">
        <pc:chgData name="Jie SHU (student)" userId="S::3173350s@student.gla.ac.uk::5b880bda-444d-48b3-ab78-625d08845e91" providerId="AD" clId="Web-{A63AD8D3-C272-F8A3-0107-7C713E3710D8}" dt="2026-03-23T00:56:19.440" v="64" actId="14100"/>
        <pc:sldMkLst>
          <pc:docMk/>
          <pc:sldMk cId="2755924623" sldId="502"/>
        </pc:sldMkLst>
        <pc:spChg chg="del">
          <ac:chgData name="Jie SHU (student)" userId="S::3173350s@student.gla.ac.uk::5b880bda-444d-48b3-ab78-625d08845e91" providerId="AD" clId="Web-{A63AD8D3-C272-F8A3-0107-7C713E3710D8}" dt="2026-03-22T23:54:36.909" v="1"/>
          <ac:spMkLst>
            <pc:docMk/>
            <pc:sldMk cId="2755924623" sldId="502"/>
            <ac:spMk id="2" creationId="{7DA4C640-E035-5D94-C801-E4C72E8C6154}"/>
          </ac:spMkLst>
        </pc:spChg>
        <pc:spChg chg="add mod">
          <ac:chgData name="Jie SHU (student)" userId="S::3173350s@student.gla.ac.uk::5b880bda-444d-48b3-ab78-625d08845e91" providerId="AD" clId="Web-{A63AD8D3-C272-F8A3-0107-7C713E3710D8}" dt="2026-03-22T23:57:40.870" v="26" actId="20577"/>
          <ac:spMkLst>
            <pc:docMk/>
            <pc:sldMk cId="2755924623" sldId="502"/>
            <ac:spMk id="4" creationId="{6CC40364-A24B-9BB5-CCA5-33FDE879BCE5}"/>
          </ac:spMkLst>
        </pc:spChg>
        <pc:spChg chg="add del mod">
          <ac:chgData name="Jie SHU (student)" userId="S::3173350s@student.gla.ac.uk::5b880bda-444d-48b3-ab78-625d08845e91" providerId="AD" clId="Web-{A63AD8D3-C272-F8A3-0107-7C713E3710D8}" dt="2026-03-23T00:55:03.073" v="54" actId="14100"/>
          <ac:spMkLst>
            <pc:docMk/>
            <pc:sldMk cId="2755924623" sldId="502"/>
            <ac:spMk id="5" creationId="{5BA75087-10C7-AFB7-83B3-7856D81C8C3F}"/>
          </ac:spMkLst>
        </pc:spChg>
        <pc:picChg chg="add mod">
          <ac:chgData name="Jie SHU (student)" userId="S::3173350s@student.gla.ac.uk::5b880bda-444d-48b3-ab78-625d08845e91" providerId="AD" clId="Web-{A63AD8D3-C272-F8A3-0107-7C713E3710D8}" dt="2026-03-23T00:54:55.619" v="53" actId="14100"/>
          <ac:picMkLst>
            <pc:docMk/>
            <pc:sldMk cId="2755924623" sldId="502"/>
            <ac:picMk id="2" creationId="{27BBE941-D511-3FEB-0833-E4F1CF50A3AB}"/>
          </ac:picMkLst>
        </pc:picChg>
        <pc:picChg chg="add mod">
          <ac:chgData name="Jie SHU (student)" userId="S::3173350s@student.gla.ac.uk::5b880bda-444d-48b3-ab78-625d08845e91" providerId="AD" clId="Web-{A63AD8D3-C272-F8A3-0107-7C713E3710D8}" dt="2026-03-23T00:56:19.440" v="64" actId="14100"/>
          <ac:picMkLst>
            <pc:docMk/>
            <pc:sldMk cId="2755924623" sldId="502"/>
            <ac:picMk id="3" creationId="{89271AC5-8225-954B-84CD-A5D616670F4F}"/>
          </ac:picMkLst>
        </pc:picChg>
      </pc:sldChg>
      <pc:sldChg chg="add del replId">
        <pc:chgData name="Jie SHU (student)" userId="S::3173350s@student.gla.ac.uk::5b880bda-444d-48b3-ab78-625d08845e91" providerId="AD" clId="Web-{A63AD8D3-C272-F8A3-0107-7C713E3710D8}" dt="2026-03-22T23:59:17.137" v="34"/>
        <pc:sldMkLst>
          <pc:docMk/>
          <pc:sldMk cId="1117676941" sldId="503"/>
        </pc:sldMkLst>
      </pc:sldChg>
    </pc:docChg>
  </pc:docChgLst>
  <pc:docChgLst>
    <pc:chgData name="Ciaran Breen (student)" userId="S::3177181b@student.gla.ac.uk::de5cef2a-82b2-4430-a7ee-38f6519ebaa2" providerId="AD" clId="Web-{B6FD2688-0188-C9C2-9A34-6C7C7DEA8981}"/>
    <pc:docChg chg="addSld delSld modSld">
      <pc:chgData name="Ciaran Breen (student)" userId="S::3177181b@student.gla.ac.uk::de5cef2a-82b2-4430-a7ee-38f6519ebaa2" providerId="AD" clId="Web-{B6FD2688-0188-C9C2-9A34-6C7C7DEA8981}" dt="2026-03-21T10:58:06.022" v="944" actId="20577"/>
      <pc:docMkLst>
        <pc:docMk/>
      </pc:docMkLst>
      <pc:sldChg chg="modSp">
        <pc:chgData name="Ciaran Breen (student)" userId="S::3177181b@student.gla.ac.uk::de5cef2a-82b2-4430-a7ee-38f6519ebaa2" providerId="AD" clId="Web-{B6FD2688-0188-C9C2-9A34-6C7C7DEA8981}" dt="2026-03-21T10:20:32.201" v="2" actId="20577"/>
        <pc:sldMkLst>
          <pc:docMk/>
          <pc:sldMk cId="4108457970" sldId="487"/>
        </pc:sldMkLst>
        <pc:spChg chg="mod">
          <ac:chgData name="Ciaran Breen (student)" userId="S::3177181b@student.gla.ac.uk::de5cef2a-82b2-4430-a7ee-38f6519ebaa2" providerId="AD" clId="Web-{B6FD2688-0188-C9C2-9A34-6C7C7DEA8981}" dt="2026-03-21T10:20:32.201" v="2" actId="20577"/>
          <ac:spMkLst>
            <pc:docMk/>
            <pc:sldMk cId="4108457970" sldId="487"/>
            <ac:spMk id="2" creationId="{7DCCE8C1-722C-76F6-22BE-D976EE0514FC}"/>
          </ac:spMkLst>
        </pc:spChg>
      </pc:sldChg>
      <pc:sldChg chg="modSp add replId">
        <pc:chgData name="Ciaran Breen (student)" userId="S::3177181b@student.gla.ac.uk::de5cef2a-82b2-4430-a7ee-38f6519ebaa2" providerId="AD" clId="Web-{B6FD2688-0188-C9C2-9A34-6C7C7DEA8981}" dt="2026-03-21T10:20:39.388" v="4" actId="20577"/>
        <pc:sldMkLst>
          <pc:docMk/>
          <pc:sldMk cId="2843745474" sldId="491"/>
        </pc:sldMkLst>
        <pc:spChg chg="mod">
          <ac:chgData name="Ciaran Breen (student)" userId="S::3177181b@student.gla.ac.uk::de5cef2a-82b2-4430-a7ee-38f6519ebaa2" providerId="AD" clId="Web-{B6FD2688-0188-C9C2-9A34-6C7C7DEA8981}" dt="2026-03-21T10:20:39.388" v="4" actId="20577"/>
          <ac:spMkLst>
            <pc:docMk/>
            <pc:sldMk cId="2843745474" sldId="491"/>
            <ac:spMk id="2" creationId="{3D0F664F-84D4-10F6-D7EA-1605874CE3CA}"/>
          </ac:spMkLst>
        </pc:spChg>
      </pc:sldChg>
      <pc:sldChg chg="delSp modSp add replId">
        <pc:chgData name="Ciaran Breen (student)" userId="S::3177181b@student.gla.ac.uk::de5cef2a-82b2-4430-a7ee-38f6519ebaa2" providerId="AD" clId="Web-{B6FD2688-0188-C9C2-9A34-6C7C7DEA8981}" dt="2026-03-21T10:36:11.289" v="306" actId="20577"/>
        <pc:sldMkLst>
          <pc:docMk/>
          <pc:sldMk cId="363199237" sldId="492"/>
        </pc:sldMkLst>
        <pc:spChg chg="mod">
          <ac:chgData name="Ciaran Breen (student)" userId="S::3177181b@student.gla.ac.uk::de5cef2a-82b2-4430-a7ee-38f6519ebaa2" providerId="AD" clId="Web-{B6FD2688-0188-C9C2-9A34-6C7C7DEA8981}" dt="2026-03-21T10:36:11.289" v="306" actId="20577"/>
          <ac:spMkLst>
            <pc:docMk/>
            <pc:sldMk cId="363199237" sldId="492"/>
            <ac:spMk id="3" creationId="{D444E732-0A25-06A2-D5A3-54B094E28CCA}"/>
          </ac:spMkLst>
        </pc:spChg>
        <pc:spChg chg="mod">
          <ac:chgData name="Ciaran Breen (student)" userId="S::3177181b@student.gla.ac.uk::de5cef2a-82b2-4430-a7ee-38f6519ebaa2" providerId="AD" clId="Web-{B6FD2688-0188-C9C2-9A34-6C7C7DEA8981}" dt="2026-03-21T10:33:56.613" v="230" actId="20577"/>
          <ac:spMkLst>
            <pc:docMk/>
            <pc:sldMk cId="363199237" sldId="492"/>
            <ac:spMk id="5" creationId="{29203F67-7D7A-2C87-E0EA-64B698EBAF25}"/>
          </ac:spMkLst>
        </pc:spChg>
      </pc:sldChg>
      <pc:sldChg chg="addSp delSp modSp add replId">
        <pc:chgData name="Ciaran Breen (student)" userId="S::3177181b@student.gla.ac.uk::de5cef2a-82b2-4430-a7ee-38f6519ebaa2" providerId="AD" clId="Web-{B6FD2688-0188-C9C2-9A34-6C7C7DEA8981}" dt="2026-03-21T10:31:57.701" v="193" actId="1076"/>
        <pc:sldMkLst>
          <pc:docMk/>
          <pc:sldMk cId="1957533761" sldId="493"/>
        </pc:sldMkLst>
        <pc:spChg chg="mod">
          <ac:chgData name="Ciaran Breen (student)" userId="S::3177181b@student.gla.ac.uk::de5cef2a-82b2-4430-a7ee-38f6519ebaa2" providerId="AD" clId="Web-{B6FD2688-0188-C9C2-9A34-6C7C7DEA8981}" dt="2026-03-21T10:29:45.366" v="131" actId="14100"/>
          <ac:spMkLst>
            <pc:docMk/>
            <pc:sldMk cId="1957533761" sldId="493"/>
            <ac:spMk id="3" creationId="{5591332F-AA47-721E-11E4-47662ABE8E09}"/>
          </ac:spMkLst>
        </pc:spChg>
        <pc:spChg chg="mod">
          <ac:chgData name="Ciaran Breen (student)" userId="S::3177181b@student.gla.ac.uk::de5cef2a-82b2-4430-a7ee-38f6519ebaa2" providerId="AD" clId="Web-{B6FD2688-0188-C9C2-9A34-6C7C7DEA8981}" dt="2026-03-21T10:24:06.235" v="14" actId="20577"/>
          <ac:spMkLst>
            <pc:docMk/>
            <pc:sldMk cId="1957533761" sldId="493"/>
            <ac:spMk id="5" creationId="{779F5A37-04A5-79DE-9B8C-E2048616D79D}"/>
          </ac:spMkLst>
        </pc:spChg>
        <pc:spChg chg="add mod">
          <ac:chgData name="Ciaran Breen (student)" userId="S::3177181b@student.gla.ac.uk::de5cef2a-82b2-4430-a7ee-38f6519ebaa2" providerId="AD" clId="Web-{B6FD2688-0188-C9C2-9A34-6C7C7DEA8981}" dt="2026-03-21T10:31:57.701" v="193" actId="1076"/>
          <ac:spMkLst>
            <pc:docMk/>
            <pc:sldMk cId="1957533761" sldId="493"/>
            <ac:spMk id="7" creationId="{1B7D371F-DDB4-D1E1-5830-30D8E95ED04D}"/>
          </ac:spMkLst>
        </pc:spChg>
        <pc:picChg chg="add mod">
          <ac:chgData name="Ciaran Breen (student)" userId="S::3177181b@student.gla.ac.uk::de5cef2a-82b2-4430-a7ee-38f6519ebaa2" providerId="AD" clId="Web-{B6FD2688-0188-C9C2-9A34-6C7C7DEA8981}" dt="2026-03-21T10:28:16.643" v="101" actId="1076"/>
          <ac:picMkLst>
            <pc:docMk/>
            <pc:sldMk cId="1957533761" sldId="493"/>
            <ac:picMk id="2" creationId="{975164B2-E6E4-C4D7-A52D-F7DA582E8184}"/>
          </ac:picMkLst>
        </pc:picChg>
      </pc:sldChg>
      <pc:sldChg chg="modSp add replId">
        <pc:chgData name="Ciaran Breen (student)" userId="S::3177181b@student.gla.ac.uk::de5cef2a-82b2-4430-a7ee-38f6519ebaa2" providerId="AD" clId="Web-{B6FD2688-0188-C9C2-9A34-6C7C7DEA8981}" dt="2026-03-21T10:46:10.734" v="646" actId="20577"/>
        <pc:sldMkLst>
          <pc:docMk/>
          <pc:sldMk cId="3633002197" sldId="495"/>
        </pc:sldMkLst>
        <pc:spChg chg="mod">
          <ac:chgData name="Ciaran Breen (student)" userId="S::3177181b@student.gla.ac.uk::de5cef2a-82b2-4430-a7ee-38f6519ebaa2" providerId="AD" clId="Web-{B6FD2688-0188-C9C2-9A34-6C7C7DEA8981}" dt="2026-03-21T10:46:10.734" v="646" actId="20577"/>
          <ac:spMkLst>
            <pc:docMk/>
            <pc:sldMk cId="3633002197" sldId="495"/>
            <ac:spMk id="3" creationId="{A23554D9-6D40-FF6A-1DA4-E2015A93B587}"/>
          </ac:spMkLst>
        </pc:spChg>
      </pc:sldChg>
      <pc:sldChg chg="modSp add replId">
        <pc:chgData name="Ciaran Breen (student)" userId="S::3177181b@student.gla.ac.uk::de5cef2a-82b2-4430-a7ee-38f6519ebaa2" providerId="AD" clId="Web-{B6FD2688-0188-C9C2-9A34-6C7C7DEA8981}" dt="2026-03-21T10:53:03.860" v="814" actId="20577"/>
        <pc:sldMkLst>
          <pc:docMk/>
          <pc:sldMk cId="584841981" sldId="496"/>
        </pc:sldMkLst>
        <pc:spChg chg="mod">
          <ac:chgData name="Ciaran Breen (student)" userId="S::3177181b@student.gla.ac.uk::de5cef2a-82b2-4430-a7ee-38f6519ebaa2" providerId="AD" clId="Web-{B6FD2688-0188-C9C2-9A34-6C7C7DEA8981}" dt="2026-03-21T10:53:03.860" v="814" actId="20577"/>
          <ac:spMkLst>
            <pc:docMk/>
            <pc:sldMk cId="584841981" sldId="496"/>
            <ac:spMk id="3" creationId="{DB59457E-05F9-764B-E1B4-66E16C4D800C}"/>
          </ac:spMkLst>
        </pc:spChg>
      </pc:sldChg>
      <pc:sldChg chg="add">
        <pc:chgData name="Ciaran Breen (student)" userId="S::3177181b@student.gla.ac.uk::de5cef2a-82b2-4430-a7ee-38f6519ebaa2" providerId="AD" clId="Web-{B6FD2688-0188-C9C2-9A34-6C7C7DEA8981}" dt="2026-03-21T10:53:06.141" v="815"/>
        <pc:sldMkLst>
          <pc:docMk/>
          <pc:sldMk cId="17977133" sldId="497"/>
        </pc:sldMkLst>
      </pc:sldChg>
      <pc:sldChg chg="modSp add replId">
        <pc:chgData name="Ciaran Breen (student)" userId="S::3177181b@student.gla.ac.uk::de5cef2a-82b2-4430-a7ee-38f6519ebaa2" providerId="AD" clId="Web-{B6FD2688-0188-C9C2-9A34-6C7C7DEA8981}" dt="2026-03-21T10:58:06.022" v="944" actId="20577"/>
        <pc:sldMkLst>
          <pc:docMk/>
          <pc:sldMk cId="111958403" sldId="498"/>
        </pc:sldMkLst>
        <pc:spChg chg="mod">
          <ac:chgData name="Ciaran Breen (student)" userId="S::3177181b@student.gla.ac.uk::de5cef2a-82b2-4430-a7ee-38f6519ebaa2" providerId="AD" clId="Web-{B6FD2688-0188-C9C2-9A34-6C7C7DEA8981}" dt="2026-03-21T10:58:06.022" v="944" actId="20577"/>
          <ac:spMkLst>
            <pc:docMk/>
            <pc:sldMk cId="111958403" sldId="498"/>
            <ac:spMk id="3" creationId="{A23CD0CD-E008-3190-1D29-127036EA1310}"/>
          </ac:spMkLst>
        </pc:spChg>
      </pc:sldChg>
    </pc:docChg>
  </pc:docChgLst>
  <pc:docChgLst>
    <pc:chgData name="Jie SHU (student)" userId="S::3173350s@student.gla.ac.uk::5b880bda-444d-48b3-ab78-625d08845e91" providerId="AD" clId="Web-{F52FCE50-7089-1911-F473-16097689C7EF}"/>
    <pc:docChg chg="addSld delSld modSld sldOrd">
      <pc:chgData name="Jie SHU (student)" userId="S::3173350s@student.gla.ac.uk::5b880bda-444d-48b3-ab78-625d08845e91" providerId="AD" clId="Web-{F52FCE50-7089-1911-F473-16097689C7EF}" dt="2026-03-23T05:05:27.680" v="362"/>
      <pc:docMkLst>
        <pc:docMk/>
      </pc:docMkLst>
      <pc:sldChg chg="del">
        <pc:chgData name="Jie SHU (student)" userId="S::3173350s@student.gla.ac.uk::5b880bda-444d-48b3-ab78-625d08845e91" providerId="AD" clId="Web-{F52FCE50-7089-1911-F473-16097689C7EF}" dt="2026-03-23T05:05:27.680" v="362"/>
        <pc:sldMkLst>
          <pc:docMk/>
          <pc:sldMk cId="363199237" sldId="492"/>
        </pc:sldMkLst>
      </pc:sldChg>
      <pc:sldChg chg="modSp">
        <pc:chgData name="Jie SHU (student)" userId="S::3173350s@student.gla.ac.uk::5b880bda-444d-48b3-ab78-625d08845e91" providerId="AD" clId="Web-{F52FCE50-7089-1911-F473-16097689C7EF}" dt="2026-03-23T02:17:54.147" v="16" actId="20577"/>
        <pc:sldMkLst>
          <pc:docMk/>
          <pc:sldMk cId="2755924623" sldId="502"/>
        </pc:sldMkLst>
        <pc:spChg chg="mod">
          <ac:chgData name="Jie SHU (student)" userId="S::3173350s@student.gla.ac.uk::5b880bda-444d-48b3-ab78-625d08845e91" providerId="AD" clId="Web-{F52FCE50-7089-1911-F473-16097689C7EF}" dt="2026-03-23T02:17:54.147" v="16" actId="20577"/>
          <ac:spMkLst>
            <pc:docMk/>
            <pc:sldMk cId="2755924623" sldId="502"/>
            <ac:spMk id="5" creationId="{5BA75087-10C7-AFB7-83B3-7856D81C8C3F}"/>
          </ac:spMkLst>
        </pc:spChg>
        <pc:picChg chg="mod">
          <ac:chgData name="Jie SHU (student)" userId="S::3173350s@student.gla.ac.uk::5b880bda-444d-48b3-ab78-625d08845e91" providerId="AD" clId="Web-{F52FCE50-7089-1911-F473-16097689C7EF}" dt="2026-03-23T00:56:31.450" v="0" actId="14100"/>
          <ac:picMkLst>
            <pc:docMk/>
            <pc:sldMk cId="2755924623" sldId="502"/>
            <ac:picMk id="2" creationId="{27BBE941-D511-3FEB-0833-E4F1CF50A3AB}"/>
          </ac:picMkLst>
        </pc:picChg>
        <pc:picChg chg="mod">
          <ac:chgData name="Jie SHU (student)" userId="S::3173350s@student.gla.ac.uk::5b880bda-444d-48b3-ab78-625d08845e91" providerId="AD" clId="Web-{F52FCE50-7089-1911-F473-16097689C7EF}" dt="2026-03-23T00:56:42.357" v="4" actId="14100"/>
          <ac:picMkLst>
            <pc:docMk/>
            <pc:sldMk cId="2755924623" sldId="502"/>
            <ac:picMk id="3" creationId="{89271AC5-8225-954B-84CD-A5D616670F4F}"/>
          </ac:picMkLst>
        </pc:picChg>
      </pc:sldChg>
      <pc:sldChg chg="addSp delSp modSp add replId">
        <pc:chgData name="Jie SHU (student)" userId="S::3173350s@student.gla.ac.uk::5b880bda-444d-48b3-ab78-625d08845e91" providerId="AD" clId="Web-{F52FCE50-7089-1911-F473-16097689C7EF}" dt="2026-03-23T04:42:50.732" v="281" actId="1076"/>
        <pc:sldMkLst>
          <pc:docMk/>
          <pc:sldMk cId="1232634526" sldId="506"/>
        </pc:sldMkLst>
        <pc:spChg chg="add mod">
          <ac:chgData name="Jie SHU (student)" userId="S::3173350s@student.gla.ac.uk::5b880bda-444d-48b3-ab78-625d08845e91" providerId="AD" clId="Web-{F52FCE50-7089-1911-F473-16097689C7EF}" dt="2026-03-23T04:42:50.669" v="273" actId="1076"/>
          <ac:spMkLst>
            <pc:docMk/>
            <pc:sldMk cId="1232634526" sldId="506"/>
            <ac:spMk id="2" creationId="{EF18A933-F41B-515C-8DF7-2248BA0D41BC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685" v="274" actId="1076"/>
          <ac:spMkLst>
            <pc:docMk/>
            <pc:sldMk cId="1232634526" sldId="506"/>
            <ac:spMk id="3" creationId="{4DCE7F5E-DB8A-70EA-33DB-5536C392BBFA}"/>
          </ac:spMkLst>
        </pc:spChg>
        <pc:spChg chg="mod">
          <ac:chgData name="Jie SHU (student)" userId="S::3173350s@student.gla.ac.uk::5b880bda-444d-48b3-ab78-625d08845e91" providerId="AD" clId="Web-{F52FCE50-7089-1911-F473-16097689C7EF}" dt="2026-03-23T04:42:37.480" v="272" actId="20577"/>
          <ac:spMkLst>
            <pc:docMk/>
            <pc:sldMk cId="1232634526" sldId="506"/>
            <ac:spMk id="4" creationId="{51B3B3A9-7A62-F7DF-A922-A0F96FF202D3}"/>
          </ac:spMkLst>
        </pc:spChg>
        <pc:spChg chg="del mod">
          <ac:chgData name="Jie SHU (student)" userId="S::3173350s@student.gla.ac.uk::5b880bda-444d-48b3-ab78-625d08845e91" providerId="AD" clId="Web-{F52FCE50-7089-1911-F473-16097689C7EF}" dt="2026-03-23T04:42:10.696" v="262"/>
          <ac:spMkLst>
            <pc:docMk/>
            <pc:sldMk cId="1232634526" sldId="506"/>
            <ac:spMk id="5" creationId="{A5C66982-69C1-7864-B086-D5D64D3CEBA9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685" v="275" actId="1076"/>
          <ac:spMkLst>
            <pc:docMk/>
            <pc:sldMk cId="1232634526" sldId="506"/>
            <ac:spMk id="6" creationId="{2D8D7414-F2A4-E58A-DE88-2E3821D6D9DF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00" v="276" actId="1076"/>
          <ac:spMkLst>
            <pc:docMk/>
            <pc:sldMk cId="1232634526" sldId="506"/>
            <ac:spMk id="7" creationId="{EF18A933-F41B-515C-8DF7-2248BA0D41BC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00" v="277" actId="1076"/>
          <ac:spMkLst>
            <pc:docMk/>
            <pc:sldMk cId="1232634526" sldId="506"/>
            <ac:spMk id="8" creationId="{D49A0C46-2AF1-E934-8503-FD2DA315A126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16" v="278" actId="1076"/>
          <ac:spMkLst>
            <pc:docMk/>
            <pc:sldMk cId="1232634526" sldId="506"/>
            <ac:spMk id="9" creationId="{CC9F5FDD-DA4D-00DF-4F4E-DB0BD286E8C0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16" v="279" actId="1076"/>
          <ac:spMkLst>
            <pc:docMk/>
            <pc:sldMk cId="1232634526" sldId="506"/>
            <ac:spMk id="10" creationId="{08B4DCBD-9391-78A3-BF39-BCD624700B5B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32" v="280" actId="1076"/>
          <ac:spMkLst>
            <pc:docMk/>
            <pc:sldMk cId="1232634526" sldId="506"/>
            <ac:spMk id="11" creationId="{3C79945F-22A9-AB18-4B12-BE1E707A5B8C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32" v="281" actId="1076"/>
          <ac:spMkLst>
            <pc:docMk/>
            <pc:sldMk cId="1232634526" sldId="506"/>
            <ac:spMk id="12" creationId="{08B4DCBD-9391-78A3-BF39-BCD624700B5B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27.682" v="266" actId="1076"/>
          <ac:spMkLst>
            <pc:docMk/>
            <pc:sldMk cId="1232634526" sldId="506"/>
            <ac:spMk id="16" creationId="{2984C315-57BE-8491-9AB7-D44D5634D6F9}"/>
          </ac:spMkLst>
        </pc:spChg>
        <pc:graphicFrameChg chg="add del mod ord modGraphic">
          <ac:chgData name="Jie SHU (student)" userId="S::3173350s@student.gla.ac.uk::5b880bda-444d-48b3-ab78-625d08845e91" providerId="AD" clId="Web-{F52FCE50-7089-1911-F473-16097689C7EF}" dt="2026-03-23T03:32:43.370" v="192"/>
          <ac:graphicFrameMkLst>
            <pc:docMk/>
            <pc:sldMk cId="1232634526" sldId="506"/>
            <ac:graphicFrameMk id="15" creationId="{958B4A0E-DF5D-D24F-F49C-BCE7D33ED605}"/>
          </ac:graphicFrameMkLst>
        </pc:graphicFrameChg>
        <pc:picChg chg="del">
          <ac:chgData name="Jie SHU (student)" userId="S::3173350s@student.gla.ac.uk::5b880bda-444d-48b3-ab78-625d08845e91" providerId="AD" clId="Web-{F52FCE50-7089-1911-F473-16097689C7EF}" dt="2026-03-23T02:17:57.866" v="17"/>
          <ac:picMkLst>
            <pc:docMk/>
            <pc:sldMk cId="1232634526" sldId="506"/>
            <ac:picMk id="2" creationId="{8E9304CE-51CB-F5DD-0855-7584601F81C8}"/>
          </ac:picMkLst>
        </pc:picChg>
        <pc:picChg chg="del">
          <ac:chgData name="Jie SHU (student)" userId="S::3173350s@student.gla.ac.uk::5b880bda-444d-48b3-ab78-625d08845e91" providerId="AD" clId="Web-{F52FCE50-7089-1911-F473-16097689C7EF}" dt="2026-03-23T02:17:58.319" v="18"/>
          <ac:picMkLst>
            <pc:docMk/>
            <pc:sldMk cId="1232634526" sldId="506"/>
            <ac:picMk id="3" creationId="{54699773-43E9-D13E-BE82-3438838D15EA}"/>
          </ac:picMkLst>
        </pc:picChg>
        <pc:picChg chg="add mod">
          <ac:chgData name="Jie SHU (student)" userId="S::3173350s@student.gla.ac.uk::5b880bda-444d-48b3-ab78-625d08845e91" providerId="AD" clId="Web-{F52FCE50-7089-1911-F473-16097689C7EF}" dt="2026-03-23T04:00:27.747" v="211" actId="1076"/>
          <ac:picMkLst>
            <pc:docMk/>
            <pc:sldMk cId="1232634526" sldId="506"/>
            <ac:picMk id="13" creationId="{2BA8373E-8537-18F8-74DA-81FF9BAE3EF4}"/>
          </ac:picMkLst>
        </pc:picChg>
        <pc:picChg chg="add mod">
          <ac:chgData name="Jie SHU (student)" userId="S::3173350s@student.gla.ac.uk::5b880bda-444d-48b3-ab78-625d08845e91" providerId="AD" clId="Web-{F52FCE50-7089-1911-F473-16097689C7EF}" dt="2026-03-23T04:00:41.436" v="216" actId="14100"/>
          <ac:picMkLst>
            <pc:docMk/>
            <pc:sldMk cId="1232634526" sldId="506"/>
            <ac:picMk id="14" creationId="{67910631-C629-741B-07AE-B73102CF5BF5}"/>
          </ac:picMkLst>
        </pc:picChg>
        <pc:picChg chg="add del mod">
          <ac:chgData name="Jie SHU (student)" userId="S::3173350s@student.gla.ac.uk::5b880bda-444d-48b3-ab78-625d08845e91" providerId="AD" clId="Web-{F52FCE50-7089-1911-F473-16097689C7EF}" dt="2026-03-23T03:59:49.588" v="200"/>
          <ac:picMkLst>
            <pc:docMk/>
            <pc:sldMk cId="1232634526" sldId="506"/>
            <ac:picMk id="15" creationId="{71CD14AA-9790-46D1-361F-3C7B8E944C70}"/>
          </ac:picMkLst>
        </pc:picChg>
        <pc:picChg chg="add del mod">
          <ac:chgData name="Jie SHU (student)" userId="S::3173350s@student.gla.ac.uk::5b880bda-444d-48b3-ab78-625d08845e91" providerId="AD" clId="Web-{F52FCE50-7089-1911-F473-16097689C7EF}" dt="2026-03-23T04:01:01.468" v="221"/>
          <ac:picMkLst>
            <pc:docMk/>
            <pc:sldMk cId="1232634526" sldId="506"/>
            <ac:picMk id="16" creationId="{6117430E-3651-7F47-727B-224651E12F51}"/>
          </ac:picMkLst>
        </pc:picChg>
        <pc:picChg chg="add mod">
          <ac:chgData name="Jie SHU (student)" userId="S::3173350s@student.gla.ac.uk::5b880bda-444d-48b3-ab78-625d08845e91" providerId="AD" clId="Web-{F52FCE50-7089-1911-F473-16097689C7EF}" dt="2026-03-23T04:00:58.921" v="220" actId="14100"/>
          <ac:picMkLst>
            <pc:docMk/>
            <pc:sldMk cId="1232634526" sldId="506"/>
            <ac:picMk id="17" creationId="{D17E27AA-530A-69B1-A436-175E5DDCB4AD}"/>
          </ac:picMkLst>
        </pc:picChg>
        <pc:picChg chg="add mod">
          <ac:chgData name="Jie SHU (student)" userId="S::3173350s@student.gla.ac.uk::5b880bda-444d-48b3-ab78-625d08845e91" providerId="AD" clId="Web-{F52FCE50-7089-1911-F473-16097689C7EF}" dt="2026-03-23T04:01:19.704" v="227" actId="14100"/>
          <ac:picMkLst>
            <pc:docMk/>
            <pc:sldMk cId="1232634526" sldId="506"/>
            <ac:picMk id="18" creationId="{0E147984-BE92-C09C-D227-4780C307C7A0}"/>
          </ac:picMkLst>
        </pc:picChg>
      </pc:sldChg>
      <pc:sldChg chg="addSp delSp modSp add del ord replId">
        <pc:chgData name="Jie SHU (student)" userId="S::3173350s@student.gla.ac.uk::5b880bda-444d-48b3-ab78-625d08845e91" providerId="AD" clId="Web-{F52FCE50-7089-1911-F473-16097689C7EF}" dt="2026-03-23T05:05:19.179" v="361"/>
        <pc:sldMkLst>
          <pc:docMk/>
          <pc:sldMk cId="1612095510" sldId="510"/>
        </pc:sldMkLst>
        <pc:spChg chg="add mod">
          <ac:chgData name="Jie SHU (student)" userId="S::3173350s@student.gla.ac.uk::5b880bda-444d-48b3-ab78-625d08845e91" providerId="AD" clId="Web-{F52FCE50-7089-1911-F473-16097689C7EF}" dt="2026-03-23T04:47:46.890" v="345" actId="1076"/>
          <ac:spMkLst>
            <pc:docMk/>
            <pc:sldMk cId="1612095510" sldId="510"/>
            <ac:spMk id="2" creationId="{95F3973C-6A0E-DDC5-DE55-1948304960C6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8:20.720" v="352" actId="1076"/>
          <ac:spMkLst>
            <pc:docMk/>
            <pc:sldMk cId="1612095510" sldId="510"/>
            <ac:spMk id="3" creationId="{347AEA4E-26FF-CB9B-0F9A-09842676E56A}"/>
          </ac:spMkLst>
        </pc:spChg>
        <pc:spChg chg="mod">
          <ac:chgData name="Jie SHU (student)" userId="S::3173350s@student.gla.ac.uk::5b880bda-444d-48b3-ab78-625d08845e91" providerId="AD" clId="Web-{F52FCE50-7089-1911-F473-16097689C7EF}" dt="2026-03-23T04:21:47.667" v="256" actId="20577"/>
          <ac:spMkLst>
            <pc:docMk/>
            <pc:sldMk cId="1612095510" sldId="510"/>
            <ac:spMk id="4" creationId="{6977307A-B366-6983-0FAC-644C3FF05CFC}"/>
          </ac:spMkLst>
        </pc:spChg>
        <pc:spChg chg="mod">
          <ac:chgData name="Jie SHU (student)" userId="S::3173350s@student.gla.ac.uk::5b880bda-444d-48b3-ab78-625d08845e91" providerId="AD" clId="Web-{F52FCE50-7089-1911-F473-16097689C7EF}" dt="2026-03-23T04:46:09.495" v="324" actId="14100"/>
          <ac:spMkLst>
            <pc:docMk/>
            <pc:sldMk cId="1612095510" sldId="510"/>
            <ac:spMk id="5" creationId="{3AD93EEA-EDA6-4386-B808-DD70D63AFB26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8:42.408" v="356" actId="1076"/>
          <ac:spMkLst>
            <pc:docMk/>
            <pc:sldMk cId="1612095510" sldId="510"/>
            <ac:spMk id="6" creationId="{503AFCA3-BBAE-E656-2963-8C74C445F028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8:55.861" v="358"/>
          <ac:spMkLst>
            <pc:docMk/>
            <pc:sldMk cId="1612095510" sldId="510"/>
            <ac:spMk id="7" creationId="{77B09F58-E4FF-41BC-73C9-AD1EA0A5228E}"/>
          </ac:spMkLst>
        </pc:spChg>
        <pc:picChg chg="del">
          <ac:chgData name="Jie SHU (student)" userId="S::3173350s@student.gla.ac.uk::5b880bda-444d-48b3-ab78-625d08845e91" providerId="AD" clId="Web-{F52FCE50-7089-1911-F473-16097689C7EF}" dt="2026-03-23T04:21:30.651" v="245"/>
          <ac:picMkLst>
            <pc:docMk/>
            <pc:sldMk cId="1612095510" sldId="510"/>
            <ac:picMk id="2" creationId="{55634A4D-1ED5-C1DB-4851-813647E5DECB}"/>
          </ac:picMkLst>
        </pc:picChg>
        <pc:picChg chg="del">
          <ac:chgData name="Jie SHU (student)" userId="S::3173350s@student.gla.ac.uk::5b880bda-444d-48b3-ab78-625d08845e91" providerId="AD" clId="Web-{F52FCE50-7089-1911-F473-16097689C7EF}" dt="2026-03-23T04:21:32.073" v="246"/>
          <ac:picMkLst>
            <pc:docMk/>
            <pc:sldMk cId="1612095510" sldId="510"/>
            <ac:picMk id="3" creationId="{24619679-85BA-DFC2-DB1E-730E75E5AB59}"/>
          </ac:picMkLst>
        </pc:picChg>
      </pc:sldChg>
      <pc:sldChg chg="add del replId">
        <pc:chgData name="Jie SHU (student)" userId="S::3173350s@student.gla.ac.uk::5b880bda-444d-48b3-ab78-625d08845e91" providerId="AD" clId="Web-{F52FCE50-7089-1911-F473-16097689C7EF}" dt="2026-03-23T05:03:53.754" v="360"/>
        <pc:sldMkLst>
          <pc:docMk/>
          <pc:sldMk cId="1154380908" sldId="511"/>
        </pc:sldMkLst>
      </pc:sldChg>
    </pc:docChg>
  </pc:docChgLst>
  <pc:docChgLst>
    <pc:chgData name="JINGHAO WANG (student)" userId="S::3173768w@student.gla.ac.uk::587797f1-fbae-4cef-9af9-78d30e6a7e08" providerId="AD" clId="Web-{118893EE-CD86-E8D8-FD0B-C4CA916E2CE8}"/>
    <pc:docChg chg="addSld modSld">
      <pc:chgData name="JINGHAO WANG (student)" userId="S::3173768w@student.gla.ac.uk::587797f1-fbae-4cef-9af9-78d30e6a7e08" providerId="AD" clId="Web-{118893EE-CD86-E8D8-FD0B-C4CA916E2CE8}" dt="2026-03-23T01:07:07.483" v="256"/>
      <pc:docMkLst>
        <pc:docMk/>
      </pc:docMkLst>
      <pc:sldChg chg="modSp">
        <pc:chgData name="JINGHAO WANG (student)" userId="S::3173768w@student.gla.ac.uk::587797f1-fbae-4cef-9af9-78d30e6a7e08" providerId="AD" clId="Web-{118893EE-CD86-E8D8-FD0B-C4CA916E2CE8}" dt="2026-03-23T01:06:40.592" v="253" actId="14100"/>
        <pc:sldMkLst>
          <pc:docMk/>
          <pc:sldMk cId="17977133" sldId="497"/>
        </pc:sldMkLst>
        <pc:spChg chg="mod">
          <ac:chgData name="JINGHAO WANG (student)" userId="S::3173768w@student.gla.ac.uk::587797f1-fbae-4cef-9af9-78d30e6a7e08" providerId="AD" clId="Web-{118893EE-CD86-E8D8-FD0B-C4CA916E2CE8}" dt="2026-03-23T01:06:40.592" v="253" actId="14100"/>
          <ac:spMkLst>
            <pc:docMk/>
            <pc:sldMk cId="17977133" sldId="497"/>
            <ac:spMk id="3" creationId="{CE1D042F-868F-834F-96EA-D677E5DCBC3A}"/>
          </ac:spMkLst>
        </pc:spChg>
      </pc:sldChg>
      <pc:sldChg chg="addSp delSp modSp new">
        <pc:chgData name="JINGHAO WANG (student)" userId="S::3173768w@student.gla.ac.uk::587797f1-fbae-4cef-9af9-78d30e6a7e08" providerId="AD" clId="Web-{118893EE-CD86-E8D8-FD0B-C4CA916E2CE8}" dt="2026-03-23T00:39:15.089" v="22"/>
        <pc:sldMkLst>
          <pc:docMk/>
          <pc:sldMk cId="2840117079" sldId="503"/>
        </pc:sldMkLst>
        <pc:spChg chg="add del">
          <ac:chgData name="JINGHAO WANG (student)" userId="S::3173768w@student.gla.ac.uk::587797f1-fbae-4cef-9af9-78d30e6a7e08" providerId="AD" clId="Web-{118893EE-CD86-E8D8-FD0B-C4CA916E2CE8}" dt="2026-03-23T00:39:15.089" v="22"/>
          <ac:spMkLst>
            <pc:docMk/>
            <pc:sldMk cId="2840117079" sldId="503"/>
            <ac:spMk id="2" creationId="{ACFE4372-570A-4581-0352-5116CE9694B0}"/>
          </ac:spMkLst>
        </pc:spChg>
        <pc:spChg chg="del">
          <ac:chgData name="JINGHAO WANG (student)" userId="S::3173768w@student.gla.ac.uk::587797f1-fbae-4cef-9af9-78d30e6a7e08" providerId="AD" clId="Web-{118893EE-CD86-E8D8-FD0B-C4CA916E2CE8}" dt="2026-03-23T00:34:59.305" v="1"/>
          <ac:spMkLst>
            <pc:docMk/>
            <pc:sldMk cId="2840117079" sldId="503"/>
            <ac:spMk id="3" creationId="{1C0FD737-2DEE-E47B-AC92-DC88D0FD12E5}"/>
          </ac:spMkLst>
        </pc:spChg>
        <pc:spChg chg="add del">
          <ac:chgData name="JINGHAO WANG (student)" userId="S::3173768w@student.gla.ac.uk::587797f1-fbae-4cef-9af9-78d30e6a7e08" providerId="AD" clId="Web-{118893EE-CD86-E8D8-FD0B-C4CA916E2CE8}" dt="2026-03-23T00:35:32.383" v="4"/>
          <ac:spMkLst>
            <pc:docMk/>
            <pc:sldMk cId="2840117079" sldId="503"/>
            <ac:spMk id="9" creationId="{4BEFDC96-202D-CEB4-CCBB-999E2A86C029}"/>
          </ac:spMkLst>
        </pc:spChg>
        <pc:spChg chg="add del">
          <ac:chgData name="JINGHAO WANG (student)" userId="S::3173768w@student.gla.ac.uk::587797f1-fbae-4cef-9af9-78d30e6a7e08" providerId="AD" clId="Web-{118893EE-CD86-E8D8-FD0B-C4CA916E2CE8}" dt="2026-03-23T00:36:08.245" v="8"/>
          <ac:spMkLst>
            <pc:docMk/>
            <pc:sldMk cId="2840117079" sldId="503"/>
            <ac:spMk id="11" creationId="{3DADAA2D-BD31-F46E-E0EA-C303256C6F43}"/>
          </ac:spMkLst>
        </pc:spChg>
        <pc:graphicFrameChg chg="add del mod">
          <ac:chgData name="JINGHAO WANG (student)" userId="S::3173768w@student.gla.ac.uk::587797f1-fbae-4cef-9af9-78d30e6a7e08" providerId="AD" clId="Web-{118893EE-CD86-E8D8-FD0B-C4CA916E2CE8}" dt="2026-03-23T00:36:26.653" v="11"/>
          <ac:graphicFrameMkLst>
            <pc:docMk/>
            <pc:sldMk cId="2840117079" sldId="503"/>
            <ac:graphicFrameMk id="5" creationId="{EA4E2B7E-C0EA-1C11-C1A0-2FD14D862036}"/>
          </ac:graphicFrameMkLst>
        </pc:graphicFrameChg>
        <pc:picChg chg="add del mod">
          <ac:chgData name="JINGHAO WANG (student)" userId="S::3173768w@student.gla.ac.uk::587797f1-fbae-4cef-9af9-78d30e6a7e08" providerId="AD" clId="Web-{118893EE-CD86-E8D8-FD0B-C4CA916E2CE8}" dt="2026-03-23T00:36:11.417" v="9"/>
          <ac:picMkLst>
            <pc:docMk/>
            <pc:sldMk cId="2840117079" sldId="503"/>
            <ac:picMk id="4" creationId="{3FB28518-6D34-6C73-7BD4-2B24C0C3399B}"/>
          </ac:picMkLst>
        </pc:picChg>
        <pc:picChg chg="add del mod">
          <ac:chgData name="JINGHAO WANG (student)" userId="S::3173768w@student.gla.ac.uk::587797f1-fbae-4cef-9af9-78d30e6a7e08" providerId="AD" clId="Web-{118893EE-CD86-E8D8-FD0B-C4CA916E2CE8}" dt="2026-03-23T00:39:04.119" v="19"/>
          <ac:picMkLst>
            <pc:docMk/>
            <pc:sldMk cId="2840117079" sldId="503"/>
            <ac:picMk id="6" creationId="{6F9E1CEF-21D6-BE93-EBD3-56442BF510B6}"/>
          </ac:picMkLst>
        </pc:picChg>
        <pc:picChg chg="add mod">
          <ac:chgData name="JINGHAO WANG (student)" userId="S::3173768w@student.gla.ac.uk::587797f1-fbae-4cef-9af9-78d30e6a7e08" providerId="AD" clId="Web-{118893EE-CD86-E8D8-FD0B-C4CA916E2CE8}" dt="2026-03-23T00:39:08.417" v="21" actId="1076"/>
          <ac:picMkLst>
            <pc:docMk/>
            <pc:sldMk cId="2840117079" sldId="503"/>
            <ac:picMk id="7" creationId="{A00478F0-DD95-2471-32F4-B0910A072E9D}"/>
          </ac:picMkLst>
        </pc:picChg>
      </pc:sldChg>
      <pc:sldChg chg="addSp delSp modSp new">
        <pc:chgData name="JINGHAO WANG (student)" userId="S::3173768w@student.gla.ac.uk::587797f1-fbae-4cef-9af9-78d30e6a7e08" providerId="AD" clId="Web-{118893EE-CD86-E8D8-FD0B-C4CA916E2CE8}" dt="2026-03-23T01:05:06.403" v="202" actId="1076"/>
        <pc:sldMkLst>
          <pc:docMk/>
          <pc:sldMk cId="2142565534" sldId="504"/>
        </pc:sldMkLst>
        <pc:spChg chg="del">
          <ac:chgData name="JINGHAO WANG (student)" userId="S::3173768w@student.gla.ac.uk::587797f1-fbae-4cef-9af9-78d30e6a7e08" providerId="AD" clId="Web-{118893EE-CD86-E8D8-FD0B-C4CA916E2CE8}" dt="2026-03-23T00:41:54.602" v="25"/>
          <ac:spMkLst>
            <pc:docMk/>
            <pc:sldMk cId="2142565534" sldId="504"/>
            <ac:spMk id="2" creationId="{9B7FF8ED-16E6-16F8-ADA1-D1C86CB8F01C}"/>
          </ac:spMkLst>
        </pc:spChg>
        <pc:spChg chg="del">
          <ac:chgData name="JINGHAO WANG (student)" userId="S::3173768w@student.gla.ac.uk::587797f1-fbae-4cef-9af9-78d30e6a7e08" providerId="AD" clId="Web-{118893EE-CD86-E8D8-FD0B-C4CA916E2CE8}" dt="2026-03-23T00:41:50.725" v="24"/>
          <ac:spMkLst>
            <pc:docMk/>
            <pc:sldMk cId="2142565534" sldId="504"/>
            <ac:spMk id="3" creationId="{A9C0C753-F6FB-E0B9-F557-6F8294184DC7}"/>
          </ac:spMkLst>
        </pc:spChg>
        <pc:spChg chg="add del mod">
          <ac:chgData name="JINGHAO WANG (student)" userId="S::3173768w@student.gla.ac.uk::587797f1-fbae-4cef-9af9-78d30e6a7e08" providerId="AD" clId="Web-{118893EE-CD86-E8D8-FD0B-C4CA916E2CE8}" dt="2026-03-23T00:43:43.403" v="28"/>
          <ac:spMkLst>
            <pc:docMk/>
            <pc:sldMk cId="2142565534" sldId="504"/>
            <ac:spMk id="6" creationId="{A2E1773B-4E38-3B64-93D8-77EE078F55A1}"/>
          </ac:spMkLst>
        </pc:spChg>
        <pc:spChg chg="add del mod">
          <ac:chgData name="JINGHAO WANG (student)" userId="S::3173768w@student.gla.ac.uk::587797f1-fbae-4cef-9af9-78d30e6a7e08" providerId="AD" clId="Web-{118893EE-CD86-E8D8-FD0B-C4CA916E2CE8}" dt="2026-03-23T00:52:01.960" v="49"/>
          <ac:spMkLst>
            <pc:docMk/>
            <pc:sldMk cId="2142565534" sldId="504"/>
            <ac:spMk id="76" creationId="{27FA1394-3948-951C-4F1E-D57D09EE0FFA}"/>
          </ac:spMkLst>
        </pc:spChg>
        <pc:spChg chg="add del mod">
          <ac:chgData name="JINGHAO WANG (student)" userId="S::3173768w@student.gla.ac.uk::587797f1-fbae-4cef-9af9-78d30e6a7e08" providerId="AD" clId="Web-{118893EE-CD86-E8D8-FD0B-C4CA916E2CE8}" dt="2026-03-23T00:52:05.335" v="53"/>
          <ac:spMkLst>
            <pc:docMk/>
            <pc:sldMk cId="2142565534" sldId="504"/>
            <ac:spMk id="89" creationId="{C4E70954-7A66-A515-058E-CCCF54969F2B}"/>
          </ac:spMkLst>
        </pc:spChg>
        <pc:spChg chg="add del mod">
          <ac:chgData name="JINGHAO WANG (student)" userId="S::3173768w@student.gla.ac.uk::587797f1-fbae-4cef-9af9-78d30e6a7e08" providerId="AD" clId="Web-{118893EE-CD86-E8D8-FD0B-C4CA916E2CE8}" dt="2026-03-23T00:52:09.335" v="57"/>
          <ac:spMkLst>
            <pc:docMk/>
            <pc:sldMk cId="2142565534" sldId="504"/>
            <ac:spMk id="102" creationId="{C8FF58B4-2568-1FF5-356D-67E7DEFC5BB9}"/>
          </ac:spMkLst>
        </pc:spChg>
        <pc:spChg chg="add mod">
          <ac:chgData name="JINGHAO WANG (student)" userId="S::3173768w@student.gla.ac.uk::587797f1-fbae-4cef-9af9-78d30e6a7e08" providerId="AD" clId="Web-{118893EE-CD86-E8D8-FD0B-C4CA916E2CE8}" dt="2026-03-23T00:57:50.937" v="132" actId="1076"/>
          <ac:spMkLst>
            <pc:docMk/>
            <pc:sldMk cId="2142565534" sldId="504"/>
            <ac:spMk id="241" creationId="{DDDF4F8A-C2BF-A008-F7F0-0A07593E34ED}"/>
          </ac:spMkLst>
        </pc:spChg>
        <pc:spChg chg="add del mod">
          <ac:chgData name="JINGHAO WANG (student)" userId="S::3173768w@student.gla.ac.uk::587797f1-fbae-4cef-9af9-78d30e6a7e08" providerId="AD" clId="Web-{118893EE-CD86-E8D8-FD0B-C4CA916E2CE8}" dt="2026-03-23T00:54:43.128" v="88"/>
          <ac:spMkLst>
            <pc:docMk/>
            <pc:sldMk cId="2142565534" sldId="504"/>
            <ac:spMk id="244" creationId="{3951128E-42A3-7E75-7ED9-F810D3948E0A}"/>
          </ac:spMkLst>
        </pc:spChg>
        <pc:spChg chg="add mod">
          <ac:chgData name="JINGHAO WANG (student)" userId="S::3173768w@student.gla.ac.uk::587797f1-fbae-4cef-9af9-78d30e6a7e08" providerId="AD" clId="Web-{118893EE-CD86-E8D8-FD0B-C4CA916E2CE8}" dt="2026-03-23T01:05:06.403" v="202" actId="1076"/>
          <ac:spMkLst>
            <pc:docMk/>
            <pc:sldMk cId="2142565534" sldId="504"/>
            <ac:spMk id="412" creationId="{9407DAA2-8A86-86D3-DCFF-80E26E528F1B}"/>
          </ac:spMkLst>
        </pc:spChg>
        <pc:graphicFrameChg chg="add del mod modGraphic">
          <ac:chgData name="JINGHAO WANG (student)" userId="S::3173768w@student.gla.ac.uk::587797f1-fbae-4cef-9af9-78d30e6a7e08" providerId="AD" clId="Web-{118893EE-CD86-E8D8-FD0B-C4CA916E2CE8}" dt="2026-03-23T00:53:43.841" v="74"/>
          <ac:graphicFrameMkLst>
            <pc:docMk/>
            <pc:sldMk cId="2142565534" sldId="504"/>
            <ac:graphicFrameMk id="8" creationId="{FAD16818-109D-F210-575C-99B3ED281234}"/>
          </ac:graphicFrameMkLst>
        </pc:graphicFrameChg>
        <pc:graphicFrameChg chg="add del">
          <ac:chgData name="JINGHAO WANG (student)" userId="S::3173768w@student.gla.ac.uk::587797f1-fbae-4cef-9af9-78d30e6a7e08" providerId="AD" clId="Web-{118893EE-CD86-E8D8-FD0B-C4CA916E2CE8}" dt="2026-03-23T00:50:53.678" v="40"/>
          <ac:graphicFrameMkLst>
            <pc:docMk/>
            <pc:sldMk cId="2142565534" sldId="504"/>
            <ac:graphicFrameMk id="21" creationId="{26EBA673-948E-C169-E36D-F48C1339F8C7}"/>
          </ac:graphicFrameMkLst>
        </pc:graphicFrameChg>
        <pc:graphicFrameChg chg="add mod modGraphic">
          <ac:chgData name="JINGHAO WANG (student)" userId="S::3173768w@student.gla.ac.uk::587797f1-fbae-4cef-9af9-78d30e6a7e08" providerId="AD" clId="Web-{118893EE-CD86-E8D8-FD0B-C4CA916E2CE8}" dt="2026-03-23T00:56:40.152" v="111" actId="1076"/>
          <ac:graphicFrameMkLst>
            <pc:docMk/>
            <pc:sldMk cId="2142565534" sldId="504"/>
            <ac:graphicFrameMk id="245" creationId="{D6D0F90F-55DD-B232-A497-2BBED16059FE}"/>
          </ac:graphicFrameMkLst>
        </pc:graphicFrameChg>
        <pc:picChg chg="add del mod ord">
          <ac:chgData name="JINGHAO WANG (student)" userId="S::3173768w@student.gla.ac.uk::587797f1-fbae-4cef-9af9-78d30e6a7e08" providerId="AD" clId="Web-{118893EE-CD86-E8D8-FD0B-C4CA916E2CE8}" dt="2026-03-23T00:42:19.947" v="27"/>
          <ac:picMkLst>
            <pc:docMk/>
            <pc:sldMk cId="2142565534" sldId="504"/>
            <ac:picMk id="4" creationId="{04366E9A-D97A-80CF-01B5-DD4310BE0C10}"/>
          </ac:picMkLst>
        </pc:picChg>
        <pc:picChg chg="add del mod ord">
          <ac:chgData name="JINGHAO WANG (student)" userId="S::3173768w@student.gla.ac.uk::587797f1-fbae-4cef-9af9-78d30e6a7e08" providerId="AD" clId="Web-{118893EE-CD86-E8D8-FD0B-C4CA916E2CE8}" dt="2026-03-23T00:54:38.784" v="86"/>
          <ac:picMkLst>
            <pc:docMk/>
            <pc:sldMk cId="2142565534" sldId="504"/>
            <ac:picMk id="7" creationId="{3DC96EC8-AC49-66E1-BB0A-4F977922C193}"/>
          </ac:picMkLst>
        </pc:picChg>
        <pc:picChg chg="add mod">
          <ac:chgData name="JINGHAO WANG (student)" userId="S::3173768w@student.gla.ac.uk::587797f1-fbae-4cef-9af9-78d30e6a7e08" providerId="AD" clId="Web-{118893EE-CD86-E8D8-FD0B-C4CA916E2CE8}" dt="2026-03-23T00:57:44.483" v="131" actId="1076"/>
          <ac:picMkLst>
            <pc:docMk/>
            <pc:sldMk cId="2142565534" sldId="504"/>
            <ac:picMk id="242" creationId="{91E3BA51-5148-FEF9-D958-4D2590341751}"/>
          </ac:picMkLst>
        </pc:picChg>
      </pc:sldChg>
      <pc:sldChg chg="delSp new">
        <pc:chgData name="JINGHAO WANG (student)" userId="S::3173768w@student.gla.ac.uk::587797f1-fbae-4cef-9af9-78d30e6a7e08" providerId="AD" clId="Web-{118893EE-CD86-E8D8-FD0B-C4CA916E2CE8}" dt="2026-03-23T01:07:07.483" v="256"/>
        <pc:sldMkLst>
          <pc:docMk/>
          <pc:sldMk cId="2954307744" sldId="505"/>
        </pc:sldMkLst>
        <pc:spChg chg="del">
          <ac:chgData name="JINGHAO WANG (student)" userId="S::3173768w@student.gla.ac.uk::587797f1-fbae-4cef-9af9-78d30e6a7e08" providerId="AD" clId="Web-{118893EE-CD86-E8D8-FD0B-C4CA916E2CE8}" dt="2026-03-23T01:07:07.483" v="256"/>
          <ac:spMkLst>
            <pc:docMk/>
            <pc:sldMk cId="2954307744" sldId="505"/>
            <ac:spMk id="2" creationId="{84187EBD-6E73-1FCC-1D1C-CD83141545D2}"/>
          </ac:spMkLst>
        </pc:spChg>
        <pc:spChg chg="del">
          <ac:chgData name="JINGHAO WANG (student)" userId="S::3173768w@student.gla.ac.uk::587797f1-fbae-4cef-9af9-78d30e6a7e08" providerId="AD" clId="Web-{118893EE-CD86-E8D8-FD0B-C4CA916E2CE8}" dt="2026-03-23T01:07:06.124" v="255"/>
          <ac:spMkLst>
            <pc:docMk/>
            <pc:sldMk cId="2954307744" sldId="505"/>
            <ac:spMk id="3" creationId="{8426CB52-3C41-3CB1-0452-2B1D589F3E26}"/>
          </ac:spMkLst>
        </pc:spChg>
      </pc:sldChg>
    </pc:docChg>
  </pc:docChgLst>
  <pc:docChgLst>
    <pc:chgData name="Ciaran Breen (student)" userId="de5cef2a-82b2-4430-a7ee-38f6519ebaa2" providerId="ADAL" clId="{62A50035-BE6D-4A0B-8087-CD6E67209969}"/>
    <pc:docChg chg="undo redo custSel addSld delSld modSld">
      <pc:chgData name="Ciaran Breen (student)" userId="de5cef2a-82b2-4430-a7ee-38f6519ebaa2" providerId="ADAL" clId="{62A50035-BE6D-4A0B-8087-CD6E67209969}" dt="2026-03-22T11:27:06.125" v="1243" actId="20577"/>
      <pc:docMkLst>
        <pc:docMk/>
      </pc:docMkLst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4244171547" sldId="256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4244171547" sldId="256"/>
            <ac:spMk id="2" creationId="{00000000-0000-0000-0000-000000000000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27:06.125" v="1243" actId="20577"/>
        <pc:sldMkLst>
          <pc:docMk/>
          <pc:sldMk cId="3006378702" sldId="273"/>
        </pc:sldMkLst>
        <pc:spChg chg="mod">
          <ac:chgData name="Ciaran Breen (student)" userId="de5cef2a-82b2-4430-a7ee-38f6519ebaa2" providerId="ADAL" clId="{62A50035-BE6D-4A0B-8087-CD6E67209969}" dt="2026-03-22T11:27:06.125" v="1243" actId="20577"/>
          <ac:spMkLst>
            <pc:docMk/>
            <pc:sldMk cId="3006378702" sldId="273"/>
            <ac:spMk id="2" creationId="{7175F20C-468E-F742-9149-B8A5FEBC2911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006378702" sldId="273"/>
            <ac:spMk id="12" creationId="{044E80E0-21D5-A09C-9C43-3B822C05837D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006378702" sldId="273"/>
            <ac:spMk id="13" creationId="{792BBCD2-E264-1B57-0E93-92E9DB639953}"/>
          </ac:spMkLst>
        </pc:spChg>
      </pc:sldChg>
      <pc:sldChg chg="addSp delSp modSp mod setBg modAnim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097243814" sldId="479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2" creationId="{BCED6D11-8D2E-DA4D-98A2-908011AD76C4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6" creationId="{01DF7729-9D8C-8F8E-3CCA-39FB0CE3AE46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7" creationId="{3CCF8B89-28EA-4BD4-0FFA-A9BFEBB15D91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8" creationId="{42CA914D-D434-71D6-48AB-080AD9E94990}"/>
          </ac:spMkLst>
        </pc:spChg>
        <pc:spChg chg="add del mod">
          <ac:chgData name="Ciaran Breen (student)" userId="de5cef2a-82b2-4430-a7ee-38f6519ebaa2" providerId="ADAL" clId="{62A50035-BE6D-4A0B-8087-CD6E67209969}" dt="2026-03-22T10:54:22.888" v="406" actId="478"/>
          <ac:spMkLst>
            <pc:docMk/>
            <pc:sldMk cId="1097243814" sldId="479"/>
            <ac:spMk id="9" creationId="{F27EFCFD-6E45-32F8-BDF1-FDAC032BD14D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10" creationId="{DABC31AB-7CE3-618B-FB3D-79F63BFAD9FD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11" creationId="{B3601CB6-B976-07B1-3B57-5DACD59E7C99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12" creationId="{EF8FC743-9358-60E0-1931-ECC6628EA386}"/>
          </ac:spMkLst>
        </pc:spChg>
        <pc:picChg chg="add del mod modCrop">
          <ac:chgData name="Ciaran Breen (student)" userId="de5cef2a-82b2-4430-a7ee-38f6519ebaa2" providerId="ADAL" clId="{62A50035-BE6D-4A0B-8087-CD6E67209969}" dt="2026-03-22T10:48:41.613" v="136" actId="478"/>
          <ac:picMkLst>
            <pc:docMk/>
            <pc:sldMk cId="1097243814" sldId="479"/>
            <ac:picMk id="4" creationId="{10B9D10D-507C-F8D0-05AC-FC5DDB1FC411}"/>
          </ac:picMkLst>
        </pc:picChg>
        <pc:picChg chg="add mod modCrop">
          <ac:chgData name="Ciaran Breen (student)" userId="de5cef2a-82b2-4430-a7ee-38f6519ebaa2" providerId="ADAL" clId="{62A50035-BE6D-4A0B-8087-CD6E67209969}" dt="2026-03-22T10:50:09.034" v="163" actId="1076"/>
          <ac:picMkLst>
            <pc:docMk/>
            <pc:sldMk cId="1097243814" sldId="479"/>
            <ac:picMk id="5" creationId="{1ADD7D22-148C-F45A-08DF-939B467EF26D}"/>
          </ac:picMkLst>
        </pc:picChg>
      </pc:sldChg>
      <pc:sldChg chg="del">
        <pc:chgData name="Ciaran Breen (student)" userId="de5cef2a-82b2-4430-a7ee-38f6519ebaa2" providerId="ADAL" clId="{62A50035-BE6D-4A0B-8087-CD6E67209969}" dt="2026-03-22T11:10:34.410" v="1001" actId="47"/>
        <pc:sldMkLst>
          <pc:docMk/>
          <pc:sldMk cId="3039843517" sldId="480"/>
        </pc:sldMkLst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035235603" sldId="481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35235603" sldId="481"/>
            <ac:spMk id="3" creationId="{B1085ABA-05C7-C642-9A95-762F3AAD856F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35235603" sldId="481"/>
            <ac:spMk id="5" creationId="{67547495-D59D-A149-B657-228A0782507E}"/>
          </ac:spMkLst>
        </pc:spChg>
      </pc:sldChg>
      <pc:sldChg chg="modSp del mod">
        <pc:chgData name="Ciaran Breen (student)" userId="de5cef2a-82b2-4430-a7ee-38f6519ebaa2" providerId="ADAL" clId="{62A50035-BE6D-4A0B-8087-CD6E67209969}" dt="2026-03-22T11:26:33.517" v="1181" actId="47"/>
        <pc:sldMkLst>
          <pc:docMk/>
          <pc:sldMk cId="207084358" sldId="485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207084358" sldId="485"/>
            <ac:spMk id="2" creationId="{0489F1E7-84A3-A349-8AEB-5A5CFDB87C9C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207084358" sldId="485"/>
            <ac:spMk id="3" creationId="{CE1D042F-868F-834F-96EA-D677E5DCBC3A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4108457970" sldId="487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4108457970" sldId="487"/>
            <ac:spMk id="2" creationId="{7DCCE8C1-722C-76F6-22BE-D976EE0514FC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803348971" sldId="488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803348971" sldId="488"/>
            <ac:spMk id="2" creationId="{E2CE9790-948A-5DBF-2595-657459B80045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3365621034" sldId="489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365621034" sldId="489"/>
            <ac:spMk id="2" creationId="{F863350B-A9D3-202A-FBF6-846015AF2292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3417183863" sldId="490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417183863" sldId="490"/>
            <ac:spMk id="2" creationId="{216D293C-643C-E6A7-4320-0B45C2236C7F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2843745474" sldId="491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2843745474" sldId="491"/>
            <ac:spMk id="2" creationId="{3D0F664F-84D4-10F6-D7EA-1605874CE3CA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363199237" sldId="492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63199237" sldId="492"/>
            <ac:spMk id="3" creationId="{D444E732-0A25-06A2-D5A3-54B094E28CCA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63199237" sldId="492"/>
            <ac:spMk id="5" creationId="{29203F67-7D7A-2C87-E0EA-64B698EBAF25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957533761" sldId="493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57533761" sldId="493"/>
            <ac:spMk id="3" creationId="{5591332F-AA47-721E-11E4-47662ABE8E09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57533761" sldId="493"/>
            <ac:spMk id="5" creationId="{779F5A37-04A5-79DE-9B8C-E2048616D79D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57533761" sldId="493"/>
            <ac:spMk id="7" creationId="{1B7D371F-DDB4-D1E1-5830-30D8E95ED04D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2468202351" sldId="494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2468202351" sldId="494"/>
            <ac:spMk id="3" creationId="{9D3F36B7-F0C3-C0EF-B672-E27F674B316F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2468202351" sldId="494"/>
            <ac:spMk id="5" creationId="{D2C9360A-52D8-DFDE-8481-2F494CEBC40A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3633002197" sldId="495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633002197" sldId="495"/>
            <ac:spMk id="3" creationId="{A23554D9-6D40-FF6A-1DA4-E2015A93B587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633002197" sldId="495"/>
            <ac:spMk id="5" creationId="{2D28B51A-B16E-5987-2189-5D178651F87B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584841981" sldId="496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584841981" sldId="496"/>
            <ac:spMk id="3" creationId="{DB59457E-05F9-764B-E1B4-66E16C4D800C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584841981" sldId="496"/>
            <ac:spMk id="5" creationId="{A8216AC1-941B-0458-9C38-E8DB15EFD23B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7977133" sldId="497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7977133" sldId="497"/>
            <ac:spMk id="2" creationId="{0489F1E7-84A3-A349-8AEB-5A5CFDB87C9C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7977133" sldId="497"/>
            <ac:spMk id="3" creationId="{CE1D042F-868F-834F-96EA-D677E5DCBC3A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11958403" sldId="498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11958403" sldId="498"/>
            <ac:spMk id="3" creationId="{A23CD0CD-E008-3190-1D29-127036EA1310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11958403" sldId="498"/>
            <ac:spMk id="5" creationId="{7AFEB1F8-A80B-2DA4-14B4-1B555492739C}"/>
          </ac:spMkLst>
        </pc:spChg>
      </pc:sldChg>
      <pc:sldChg chg="modSp add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931213692" sldId="499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2" creationId="{BCED6D11-8D2E-DA4D-98A2-908011AD76C4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3" creationId="{0707401A-E516-6BCD-7C6B-6561C5CAA497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4" creationId="{0E9420A9-EF4F-F091-8306-E3C7FE48BEF8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5" creationId="{00FB68BF-1927-218C-9B32-8AA2F96C443E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7" creationId="{641813F3-316A-F6C4-E17E-E0CFAFCAA243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8" creationId="{7F4AF96C-F411-E651-5B6B-15F0D111E03E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11" creationId="{F0FCA233-1AEE-184E-8B5A-1390139C6237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12" creationId="{92327E4C-6DA3-D947-08AB-217001FECCF3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13" creationId="{5260F61E-AACE-F665-F25E-9968C3A3AF1C}"/>
          </ac:spMkLst>
        </pc:spChg>
        <pc:spChg chg="mod">
          <ac:chgData name="Ciaran Breen (student)" userId="de5cef2a-82b2-4430-a7ee-38f6519ebaa2" providerId="ADAL" clId="{62A50035-BE6D-4A0B-8087-CD6E67209969}" dt="2026-03-22T11:09:34.232" v="1000" actId="20577"/>
          <ac:spMkLst>
            <pc:docMk/>
            <pc:sldMk cId="1931213692" sldId="499"/>
            <ac:spMk id="15" creationId="{33D44E86-6924-D648-A5DC-EDF5769CBEA4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18" creationId="{8FAD8614-3DE8-7132-9402-E187F9D2B7A3}"/>
          </ac:spMkLst>
        </pc:spChg>
      </pc:sldChg>
      <pc:sldChg chg="addSp delSp modSp add mod delAnim modAnim">
        <pc:chgData name="Ciaran Breen (student)" userId="de5cef2a-82b2-4430-a7ee-38f6519ebaa2" providerId="ADAL" clId="{62A50035-BE6D-4A0B-8087-CD6E67209969}" dt="2026-03-22T11:21:48.985" v="1167" actId="1076"/>
        <pc:sldMkLst>
          <pc:docMk/>
          <pc:sldMk cId="490836122" sldId="500"/>
        </pc:sldMkLst>
        <pc:spChg chg="mod">
          <ac:chgData name="Ciaran Breen (student)" userId="de5cef2a-82b2-4430-a7ee-38f6519ebaa2" providerId="ADAL" clId="{62A50035-BE6D-4A0B-8087-CD6E67209969}" dt="2026-03-22T11:21:09.058" v="1159" actId="14100"/>
          <ac:spMkLst>
            <pc:docMk/>
            <pc:sldMk cId="490836122" sldId="500"/>
            <ac:spMk id="2" creationId="{69D12706-08A8-15F2-DC56-EC124FDDA939}"/>
          </ac:spMkLst>
        </pc:spChg>
        <pc:spChg chg="add del mod">
          <ac:chgData name="Ciaran Breen (student)" userId="de5cef2a-82b2-4430-a7ee-38f6519ebaa2" providerId="ADAL" clId="{62A50035-BE6D-4A0B-8087-CD6E67209969}" dt="2026-03-22T11:06:27.639" v="782" actId="478"/>
          <ac:spMkLst>
            <pc:docMk/>
            <pc:sldMk cId="490836122" sldId="500"/>
            <ac:spMk id="3" creationId="{C2F4E78E-07D1-DBF4-6313-C3A37337BB2D}"/>
          </ac:spMkLst>
        </pc:spChg>
        <pc:spChg chg="add del mod">
          <ac:chgData name="Ciaran Breen (student)" userId="de5cef2a-82b2-4430-a7ee-38f6519ebaa2" providerId="ADAL" clId="{62A50035-BE6D-4A0B-8087-CD6E67209969}" dt="2026-03-22T11:06:27.639" v="782" actId="478"/>
          <ac:spMkLst>
            <pc:docMk/>
            <pc:sldMk cId="490836122" sldId="500"/>
            <ac:spMk id="4" creationId="{9295AE1A-C3AB-56CF-426F-7F182EADC67A}"/>
          </ac:spMkLst>
        </pc:spChg>
        <pc:spChg chg="mod">
          <ac:chgData name="Ciaran Breen (student)" userId="de5cef2a-82b2-4430-a7ee-38f6519ebaa2" providerId="ADAL" clId="{62A50035-BE6D-4A0B-8087-CD6E67209969}" dt="2026-03-22T11:21:35.625" v="1164" actId="14100"/>
          <ac:spMkLst>
            <pc:docMk/>
            <pc:sldMk cId="490836122" sldId="500"/>
            <ac:spMk id="6" creationId="{5BA75087-10C7-AFB7-83B3-7856D81C8C3F}"/>
          </ac:spMkLst>
        </pc:spChg>
        <pc:spChg chg="del">
          <ac:chgData name="Ciaran Breen (student)" userId="de5cef2a-82b2-4430-a7ee-38f6519ebaa2" providerId="ADAL" clId="{62A50035-BE6D-4A0B-8087-CD6E67209969}" dt="2026-03-22T11:06:32.002" v="783" actId="478"/>
          <ac:spMkLst>
            <pc:docMk/>
            <pc:sldMk cId="490836122" sldId="500"/>
            <ac:spMk id="7" creationId="{E759C943-C1D5-F697-66A0-C4FB0D431A04}"/>
          </ac:spMkLst>
        </pc:spChg>
        <pc:spChg chg="del">
          <ac:chgData name="Ciaran Breen (student)" userId="de5cef2a-82b2-4430-a7ee-38f6519ebaa2" providerId="ADAL" clId="{62A50035-BE6D-4A0B-8087-CD6E67209969}" dt="2026-03-22T11:06:32.002" v="783" actId="478"/>
          <ac:spMkLst>
            <pc:docMk/>
            <pc:sldMk cId="490836122" sldId="500"/>
            <ac:spMk id="8" creationId="{56EF8D5D-9887-EC98-31F7-49FCDC7E88A1}"/>
          </ac:spMkLst>
        </pc:spChg>
        <pc:spChg chg="del">
          <ac:chgData name="Ciaran Breen (student)" userId="de5cef2a-82b2-4430-a7ee-38f6519ebaa2" providerId="ADAL" clId="{62A50035-BE6D-4A0B-8087-CD6E67209969}" dt="2026-03-22T11:06:27.639" v="782" actId="478"/>
          <ac:spMkLst>
            <pc:docMk/>
            <pc:sldMk cId="490836122" sldId="500"/>
            <ac:spMk id="10" creationId="{0D5BE342-2D0E-FE56-7C0F-0FE8E07C7506}"/>
          </ac:spMkLst>
        </pc:spChg>
        <pc:spChg chg="del">
          <ac:chgData name="Ciaran Breen (student)" userId="de5cef2a-82b2-4430-a7ee-38f6519ebaa2" providerId="ADAL" clId="{62A50035-BE6D-4A0B-8087-CD6E67209969}" dt="2026-03-22T11:06:27.639" v="782" actId="478"/>
          <ac:spMkLst>
            <pc:docMk/>
            <pc:sldMk cId="490836122" sldId="500"/>
            <ac:spMk id="11" creationId="{6AA0817B-288E-CE9C-6637-1D49AF346645}"/>
          </ac:spMkLst>
        </pc:spChg>
        <pc:spChg chg="del">
          <ac:chgData name="Ciaran Breen (student)" userId="de5cef2a-82b2-4430-a7ee-38f6519ebaa2" providerId="ADAL" clId="{62A50035-BE6D-4A0B-8087-CD6E67209969}" dt="2026-03-22T11:06:27.639" v="782" actId="478"/>
          <ac:spMkLst>
            <pc:docMk/>
            <pc:sldMk cId="490836122" sldId="500"/>
            <ac:spMk id="12" creationId="{678D30A5-38C0-D649-8BF0-696F7E86FCBF}"/>
          </ac:spMkLst>
        </pc:spChg>
        <pc:picChg chg="del">
          <ac:chgData name="Ciaran Breen (student)" userId="de5cef2a-82b2-4430-a7ee-38f6519ebaa2" providerId="ADAL" clId="{62A50035-BE6D-4A0B-8087-CD6E67209969}" dt="2026-03-22T11:06:17.492" v="780" actId="478"/>
          <ac:picMkLst>
            <pc:docMk/>
            <pc:sldMk cId="490836122" sldId="500"/>
            <ac:picMk id="5" creationId="{A2B1192A-ABEB-68D5-449A-B597BAC26F47}"/>
          </ac:picMkLst>
        </pc:picChg>
        <pc:picChg chg="add mod">
          <ac:chgData name="Ciaran Breen (student)" userId="de5cef2a-82b2-4430-a7ee-38f6519ebaa2" providerId="ADAL" clId="{62A50035-BE6D-4A0B-8087-CD6E67209969}" dt="2026-03-22T11:21:28.204" v="1163" actId="1076"/>
          <ac:picMkLst>
            <pc:docMk/>
            <pc:sldMk cId="490836122" sldId="500"/>
            <ac:picMk id="13" creationId="{3F49B5D1-E92C-0659-093B-B353A21356FF}"/>
          </ac:picMkLst>
        </pc:picChg>
        <pc:picChg chg="add mod ord">
          <ac:chgData name="Ciaran Breen (student)" userId="de5cef2a-82b2-4430-a7ee-38f6519ebaa2" providerId="ADAL" clId="{62A50035-BE6D-4A0B-8087-CD6E67209969}" dt="2026-03-22T11:21:48.985" v="1167" actId="1076"/>
          <ac:picMkLst>
            <pc:docMk/>
            <pc:sldMk cId="490836122" sldId="500"/>
            <ac:picMk id="15" creationId="{18BBD876-F90A-5FA5-CA77-8084BA589379}"/>
          </ac:picMkLst>
        </pc:picChg>
      </pc:sldChg>
      <pc:sldChg chg="modSp add mod">
        <pc:chgData name="Ciaran Breen (student)" userId="de5cef2a-82b2-4430-a7ee-38f6519ebaa2" providerId="ADAL" clId="{62A50035-BE6D-4A0B-8087-CD6E67209969}" dt="2026-03-22T11:24:04.121" v="1180" actId="20577"/>
        <pc:sldMkLst>
          <pc:docMk/>
          <pc:sldMk cId="1348257964" sldId="501"/>
        </pc:sldMkLst>
        <pc:spChg chg="mod">
          <ac:chgData name="Ciaran Breen (student)" userId="de5cef2a-82b2-4430-a7ee-38f6519ebaa2" providerId="ADAL" clId="{62A50035-BE6D-4A0B-8087-CD6E67209969}" dt="2026-03-22T11:24:04.121" v="1180" actId="20577"/>
          <ac:spMkLst>
            <pc:docMk/>
            <pc:sldMk cId="1348257964" sldId="501"/>
            <ac:spMk id="2" creationId="{4A5BF3FE-33CC-9B6C-3139-7364DDAAF3A6}"/>
          </ac:spMkLst>
        </pc:spChg>
      </pc:sldChg>
    </pc:docChg>
  </pc:docChgLst>
  <pc:docChgLst>
    <pc:chgData name="Chengjie Hao (student)" userId="S::3174168h@student.gla.ac.uk::48ee7e16-135e-46dd-86c5-b8e72283fb91" providerId="AD" clId="Web-{1ECEF315-202D-A638-23AE-953421CDE409}"/>
    <pc:docChg chg="addSld delSld modSld">
      <pc:chgData name="Chengjie Hao (student)" userId="S::3174168h@student.gla.ac.uk::48ee7e16-135e-46dd-86c5-b8e72283fb91" providerId="AD" clId="Web-{1ECEF315-202D-A638-23AE-953421CDE409}" dt="2026-03-23T05:25:27.049" v="295" actId="1076"/>
      <pc:docMkLst>
        <pc:docMk/>
      </pc:docMkLst>
      <pc:sldChg chg="modSp">
        <pc:chgData name="Chengjie Hao (student)" userId="S::3174168h@student.gla.ac.uk::48ee7e16-135e-46dd-86c5-b8e72283fb91" providerId="AD" clId="Web-{1ECEF315-202D-A638-23AE-953421CDE409}" dt="2026-03-23T05:24:30.149" v="259" actId="20577"/>
        <pc:sldMkLst>
          <pc:docMk/>
          <pc:sldMk cId="3039843517" sldId="480"/>
        </pc:sldMkLst>
        <pc:spChg chg="mod">
          <ac:chgData name="Chengjie Hao (student)" userId="S::3174168h@student.gla.ac.uk::48ee7e16-135e-46dd-86c5-b8e72283fb91" providerId="AD" clId="Web-{1ECEF315-202D-A638-23AE-953421CDE409}" dt="2026-03-23T05:24:30.149" v="259" actId="20577"/>
          <ac:spMkLst>
            <pc:docMk/>
            <pc:sldMk cId="3039843517" sldId="480"/>
            <ac:spMk id="6" creationId="{5FEA1454-F47E-04D1-19FC-B80E27CAF67A}"/>
          </ac:spMkLst>
        </pc:spChg>
      </pc:sldChg>
      <pc:sldChg chg="modSp">
        <pc:chgData name="Chengjie Hao (student)" userId="S::3174168h@student.gla.ac.uk::48ee7e16-135e-46dd-86c5-b8e72283fb91" providerId="AD" clId="Web-{1ECEF315-202D-A638-23AE-953421CDE409}" dt="2026-03-23T05:24:49.150" v="263" actId="20577"/>
        <pc:sldMkLst>
          <pc:docMk/>
          <pc:sldMk cId="410243343" sldId="508"/>
        </pc:sldMkLst>
        <pc:spChg chg="mod">
          <ac:chgData name="Chengjie Hao (student)" userId="S::3174168h@student.gla.ac.uk::48ee7e16-135e-46dd-86c5-b8e72283fb91" providerId="AD" clId="Web-{1ECEF315-202D-A638-23AE-953421CDE409}" dt="2026-03-23T05:24:49.150" v="263" actId="20577"/>
          <ac:spMkLst>
            <pc:docMk/>
            <pc:sldMk cId="410243343" sldId="508"/>
            <ac:spMk id="22" creationId="{4D86E470-930F-AB59-F600-BE89A3435B65}"/>
          </ac:spMkLst>
        </pc:spChg>
      </pc:sldChg>
      <pc:sldChg chg="addSp delSp modSp">
        <pc:chgData name="Chengjie Hao (student)" userId="S::3174168h@student.gla.ac.uk::48ee7e16-135e-46dd-86c5-b8e72283fb91" providerId="AD" clId="Web-{1ECEF315-202D-A638-23AE-953421CDE409}" dt="2026-03-23T05:25:27.049" v="295" actId="1076"/>
        <pc:sldMkLst>
          <pc:docMk/>
          <pc:sldMk cId="1982197186" sldId="509"/>
        </pc:sldMkLst>
        <pc:spChg chg="mod">
          <ac:chgData name="Chengjie Hao (student)" userId="S::3174168h@student.gla.ac.uk::48ee7e16-135e-46dd-86c5-b8e72283fb91" providerId="AD" clId="Web-{1ECEF315-202D-A638-23AE-953421CDE409}" dt="2026-03-23T05:25:17.172" v="291" actId="1076"/>
          <ac:spMkLst>
            <pc:docMk/>
            <pc:sldMk cId="1982197186" sldId="509"/>
            <ac:spMk id="3" creationId="{689922BD-DCAF-1355-A329-5160D3F8D080}"/>
          </ac:spMkLst>
        </pc:spChg>
        <pc:spChg chg="mod">
          <ac:chgData name="Chengjie Hao (student)" userId="S::3174168h@student.gla.ac.uk::48ee7e16-135e-46dd-86c5-b8e72283fb91" providerId="AD" clId="Web-{1ECEF315-202D-A638-23AE-953421CDE409}" dt="2026-03-23T05:25:17.187" v="292" actId="1076"/>
          <ac:spMkLst>
            <pc:docMk/>
            <pc:sldMk cId="1982197186" sldId="509"/>
            <ac:spMk id="5" creationId="{6B810646-4837-1150-19E2-8DF036D357C0}"/>
          </ac:spMkLst>
        </pc:spChg>
        <pc:spChg chg="del">
          <ac:chgData name="Chengjie Hao (student)" userId="S::3174168h@student.gla.ac.uk::48ee7e16-135e-46dd-86c5-b8e72283fb91" providerId="AD" clId="Web-{1ECEF315-202D-A638-23AE-953421CDE409}" dt="2026-03-23T05:06:50.757" v="1"/>
          <ac:spMkLst>
            <pc:docMk/>
            <pc:sldMk cId="1982197186" sldId="509"/>
            <ac:spMk id="12" creationId="{8C9C5A3E-36BF-AE84-47D8-7B83BB010ED5}"/>
          </ac:spMkLst>
        </pc:spChg>
        <pc:graphicFrameChg chg="add mod modGraphic">
          <ac:chgData name="Chengjie Hao (student)" userId="S::3174168h@student.gla.ac.uk::48ee7e16-135e-46dd-86c5-b8e72283fb91" providerId="AD" clId="Web-{1ECEF315-202D-A638-23AE-953421CDE409}" dt="2026-03-23T05:25:27.049" v="295" actId="1076"/>
          <ac:graphicFrameMkLst>
            <pc:docMk/>
            <pc:sldMk cId="1982197186" sldId="509"/>
            <ac:graphicFrameMk id="4" creationId="{8A05CB18-53B9-8EBA-A7F2-8FAAE4791896}"/>
          </ac:graphicFrameMkLst>
        </pc:graphicFrameChg>
        <pc:graphicFrameChg chg="add del mod">
          <ac:chgData name="Chengjie Hao (student)" userId="S::3174168h@student.gla.ac.uk::48ee7e16-135e-46dd-86c5-b8e72283fb91" providerId="AD" clId="Web-{1ECEF315-202D-A638-23AE-953421CDE409}" dt="2026-03-23T05:10:31.712" v="29"/>
          <ac:graphicFrameMkLst>
            <pc:docMk/>
            <pc:sldMk cId="1982197186" sldId="509"/>
            <ac:graphicFrameMk id="7" creationId="{A954644C-09D7-5B59-3B31-74386C892383}"/>
          </ac:graphicFrameMkLst>
        </pc:graphicFrameChg>
        <pc:picChg chg="mod">
          <ac:chgData name="Chengjie Hao (student)" userId="S::3174168h@student.gla.ac.uk::48ee7e16-135e-46dd-86c5-b8e72283fb91" providerId="AD" clId="Web-{1ECEF315-202D-A638-23AE-953421CDE409}" dt="2026-03-23T05:25:17.125" v="289" actId="1076"/>
          <ac:picMkLst>
            <pc:docMk/>
            <pc:sldMk cId="1982197186" sldId="509"/>
            <ac:picMk id="8" creationId="{2BA8373E-8537-18F8-74DA-81FF9BAE3EF4}"/>
          </ac:picMkLst>
        </pc:picChg>
        <pc:picChg chg="mod">
          <ac:chgData name="Chengjie Hao (student)" userId="S::3174168h@student.gla.ac.uk::48ee7e16-135e-46dd-86c5-b8e72283fb91" providerId="AD" clId="Web-{1ECEF315-202D-A638-23AE-953421CDE409}" dt="2026-03-23T05:25:17.156" v="290" actId="1076"/>
          <ac:picMkLst>
            <pc:docMk/>
            <pc:sldMk cId="1982197186" sldId="509"/>
            <ac:picMk id="10" creationId="{67910631-C629-741B-07AE-B73102CF5BF5}"/>
          </ac:picMkLst>
        </pc:picChg>
        <pc:picChg chg="mod">
          <ac:chgData name="Chengjie Hao (student)" userId="S::3174168h@student.gla.ac.uk::48ee7e16-135e-46dd-86c5-b8e72283fb91" providerId="AD" clId="Web-{1ECEF315-202D-A638-23AE-953421CDE409}" dt="2026-03-23T05:06:55.398" v="4" actId="1076"/>
          <ac:picMkLst>
            <pc:docMk/>
            <pc:sldMk cId="1982197186" sldId="509"/>
            <ac:picMk id="14" creationId="{96A06231-5BEF-41B9-17DC-64169C8CD2C6}"/>
          </ac:picMkLst>
        </pc:picChg>
        <pc:picChg chg="mod">
          <ac:chgData name="Chengjie Hao (student)" userId="S::3174168h@student.gla.ac.uk::48ee7e16-135e-46dd-86c5-b8e72283fb91" providerId="AD" clId="Web-{1ECEF315-202D-A638-23AE-953421CDE409}" dt="2026-03-23T05:06:55.414" v="5" actId="1076"/>
          <ac:picMkLst>
            <pc:docMk/>
            <pc:sldMk cId="1982197186" sldId="509"/>
            <ac:picMk id="16" creationId="{C1D4A48F-57EE-230B-7BC0-206F66B353A1}"/>
          </ac:picMkLst>
        </pc:picChg>
      </pc:sldChg>
      <pc:sldChg chg="add del replId">
        <pc:chgData name="Chengjie Hao (student)" userId="S::3174168h@student.gla.ac.uk::48ee7e16-135e-46dd-86c5-b8e72283fb91" providerId="AD" clId="Web-{1ECEF315-202D-A638-23AE-953421CDE409}" dt="2026-03-23T05:20:28.169" v="229"/>
        <pc:sldMkLst>
          <pc:docMk/>
          <pc:sldMk cId="3094520129" sldId="510"/>
        </pc:sldMkLst>
      </pc:sldChg>
    </pc:docChg>
  </pc:docChgLst>
  <pc:docChgLst>
    <pc:chgData name="Chengjie Hao (student)" userId="S::3174168h@student.gla.ac.uk::48ee7e16-135e-46dd-86c5-b8e72283fb91" providerId="AD" clId="Web-{CFDE18CE-F116-1F98-7D9F-42B4869616D1}"/>
    <pc:docChg chg="addSld delSld modSld sldOrd">
      <pc:chgData name="Chengjie Hao (student)" userId="S::3174168h@student.gla.ac.uk::48ee7e16-135e-46dd-86c5-b8e72283fb91" providerId="AD" clId="Web-{CFDE18CE-F116-1F98-7D9F-42B4869616D1}" dt="2026-03-23T04:01:29.052" v="440" actId="1076"/>
      <pc:docMkLst>
        <pc:docMk/>
      </pc:docMkLst>
      <pc:sldChg chg="addSp delSp modSp add addAnim">
        <pc:chgData name="Chengjie Hao (student)" userId="S::3174168h@student.gla.ac.uk::48ee7e16-135e-46dd-86c5-b8e72283fb91" providerId="AD" clId="Web-{CFDE18CE-F116-1F98-7D9F-42B4869616D1}" dt="2026-03-23T04:01:29.052" v="440" actId="1076"/>
        <pc:sldMkLst>
          <pc:docMk/>
          <pc:sldMk cId="3039843517" sldId="480"/>
        </pc:sldMkLst>
        <pc:spChg chg="mod">
          <ac:chgData name="Chengjie Hao (student)" userId="S::3174168h@student.gla.ac.uk::48ee7e16-135e-46dd-86c5-b8e72283fb91" providerId="AD" clId="Web-{CFDE18CE-F116-1F98-7D9F-42B4869616D1}" dt="2026-03-23T02:56:55.540" v="109" actId="20577"/>
          <ac:spMkLst>
            <pc:docMk/>
            <pc:sldMk cId="3039843517" sldId="480"/>
            <ac:spMk id="2" creationId="{3EBA5424-B679-554A-935B-2CF2EFD17240}"/>
          </ac:spMkLst>
        </pc:spChg>
        <pc:spChg chg="add mod">
          <ac:chgData name="Chengjie Hao (student)" userId="S::3174168h@student.gla.ac.uk::48ee7e16-135e-46dd-86c5-b8e72283fb91" providerId="AD" clId="Web-{CFDE18CE-F116-1F98-7D9F-42B4869616D1}" dt="2026-03-23T04:01:29.052" v="440" actId="1076"/>
          <ac:spMkLst>
            <pc:docMk/>
            <pc:sldMk cId="3039843517" sldId="480"/>
            <ac:spMk id="6" creationId="{5FEA1454-F47E-04D1-19FC-B80E27CAF67A}"/>
          </ac:spMkLst>
        </pc:spChg>
        <pc:spChg chg="del">
          <ac:chgData name="Chengjie Hao (student)" userId="S::3174168h@student.gla.ac.uk::48ee7e16-135e-46dd-86c5-b8e72283fb91" providerId="AD" clId="Web-{CFDE18CE-F116-1F98-7D9F-42B4869616D1}" dt="2026-03-23T02:42:32.610" v="8"/>
          <ac:spMkLst>
            <pc:docMk/>
            <pc:sldMk cId="3039843517" sldId="480"/>
            <ac:spMk id="9" creationId="{F4F71CFB-71CF-F3A3-8ACE-2E27ED5C5049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2.912" v="75"/>
          <ac:spMkLst>
            <pc:docMk/>
            <pc:sldMk cId="3039843517" sldId="480"/>
            <ac:spMk id="13" creationId="{070077A9-A139-C580-05C1-CD7246E7E998}"/>
          </ac:spMkLst>
        </pc:spChg>
        <pc:spChg chg="del">
          <ac:chgData name="Chengjie Hao (student)" userId="S::3174168h@student.gla.ac.uk::48ee7e16-135e-46dd-86c5-b8e72283fb91" providerId="AD" clId="Web-{CFDE18CE-F116-1F98-7D9F-42B4869616D1}" dt="2026-03-23T02:42:32.610" v="7"/>
          <ac:spMkLst>
            <pc:docMk/>
            <pc:sldMk cId="3039843517" sldId="480"/>
            <ac:spMk id="14" creationId="{271B85CB-8872-E92C-BD27-6E02F20ABE9B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84"/>
          <ac:spMkLst>
            <pc:docMk/>
            <pc:sldMk cId="3039843517" sldId="480"/>
            <ac:spMk id="22" creationId="{19895AC4-F121-3243-EA17-45E70CADB8D1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83"/>
          <ac:spMkLst>
            <pc:docMk/>
            <pc:sldMk cId="3039843517" sldId="480"/>
            <ac:spMk id="23" creationId="{30FB7A18-552C-7EF6-E919-189F14F009B5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82"/>
          <ac:spMkLst>
            <pc:docMk/>
            <pc:sldMk cId="3039843517" sldId="480"/>
            <ac:spMk id="24" creationId="{410A0016-5748-2FED-0F57-43D96682DEC2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81"/>
          <ac:spMkLst>
            <pc:docMk/>
            <pc:sldMk cId="3039843517" sldId="480"/>
            <ac:spMk id="25" creationId="{A567B599-1AA3-D60E-C88F-DF46F6D7DF00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80"/>
          <ac:spMkLst>
            <pc:docMk/>
            <pc:sldMk cId="3039843517" sldId="480"/>
            <ac:spMk id="26" creationId="{1CB491B8-3A47-388A-FBEB-84E9ED3F9E9A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79"/>
          <ac:spMkLst>
            <pc:docMk/>
            <pc:sldMk cId="3039843517" sldId="480"/>
            <ac:spMk id="27" creationId="{1324C463-82BA-CC1D-3DF1-F8D9591697E3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78"/>
          <ac:spMkLst>
            <pc:docMk/>
            <pc:sldMk cId="3039843517" sldId="480"/>
            <ac:spMk id="28" creationId="{233DEADA-710E-4486-8FC3-C73A2FBAA996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77"/>
          <ac:spMkLst>
            <pc:docMk/>
            <pc:sldMk cId="3039843517" sldId="480"/>
            <ac:spMk id="29" creationId="{63E0A7E9-D544-7125-0725-5EE51F66A7DB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76"/>
          <ac:spMkLst>
            <pc:docMk/>
            <pc:sldMk cId="3039843517" sldId="480"/>
            <ac:spMk id="30" creationId="{7DE5D94A-061D-88F7-C352-E65277180DA8}"/>
          </ac:spMkLst>
        </pc:spChg>
        <pc:picChg chg="add mod">
          <ac:chgData name="Chengjie Hao (student)" userId="S::3174168h@student.gla.ac.uk::48ee7e16-135e-46dd-86c5-b8e72283fb91" providerId="AD" clId="Web-{CFDE18CE-F116-1F98-7D9F-42B4869616D1}" dt="2026-03-23T03:02:32.832" v="138" actId="1076"/>
          <ac:picMkLst>
            <pc:docMk/>
            <pc:sldMk cId="3039843517" sldId="480"/>
            <ac:picMk id="4" creationId="{8AB51D6C-B315-B02D-DEF5-500B2152B381}"/>
          </ac:picMkLst>
        </pc:picChg>
        <pc:picChg chg="add del mod ord">
          <ac:chgData name="Chengjie Hao (student)" userId="S::3174168h@student.gla.ac.uk::48ee7e16-135e-46dd-86c5-b8e72283fb91" providerId="AD" clId="Web-{CFDE18CE-F116-1F98-7D9F-42B4869616D1}" dt="2026-03-23T03:41:11.197" v="196"/>
          <ac:picMkLst>
            <pc:docMk/>
            <pc:sldMk cId="3039843517" sldId="480"/>
            <ac:picMk id="5" creationId="{A3D82A14-09BD-D680-447E-DDFBA3966CCD}"/>
          </ac:picMkLst>
        </pc:picChg>
        <pc:picChg chg="add mod">
          <ac:chgData name="Chengjie Hao (student)" userId="S::3174168h@student.gla.ac.uk::48ee7e16-135e-46dd-86c5-b8e72283fb91" providerId="AD" clId="Web-{CFDE18CE-F116-1F98-7D9F-42B4869616D1}" dt="2026-03-23T03:41:39.573" v="202" actId="1076"/>
          <ac:picMkLst>
            <pc:docMk/>
            <pc:sldMk cId="3039843517" sldId="480"/>
            <ac:picMk id="7" creationId="{CC549D80-5488-56CA-B3CD-880F6BD04D31}"/>
          </ac:picMkLst>
        </pc:picChg>
      </pc:sldChg>
      <pc:sldChg chg="del">
        <pc:chgData name="Chengjie Hao (student)" userId="S::3174168h@student.gla.ac.uk::48ee7e16-135e-46dd-86c5-b8e72283fb91" providerId="AD" clId="Web-{CFDE18CE-F116-1F98-7D9F-42B4869616D1}" dt="2026-03-23T02:37:57.547" v="4"/>
        <pc:sldMkLst>
          <pc:docMk/>
          <pc:sldMk cId="1035235603" sldId="481"/>
        </pc:sldMkLst>
      </pc:sldChg>
      <pc:sldChg chg="add del ord">
        <pc:chgData name="Chengjie Hao (student)" userId="S::3174168h@student.gla.ac.uk::48ee7e16-135e-46dd-86c5-b8e72283fb91" providerId="AD" clId="Web-{CFDE18CE-F116-1F98-7D9F-42B4869616D1}" dt="2026-03-23T04:01:22.708" v="439"/>
        <pc:sldMkLst>
          <pc:docMk/>
          <pc:sldMk cId="2468202351" sldId="494"/>
        </pc:sldMkLst>
      </pc:sldChg>
      <pc:sldChg chg="add del replId">
        <pc:chgData name="Chengjie Hao (student)" userId="S::3174168h@student.gla.ac.uk::48ee7e16-135e-46dd-86c5-b8e72283fb91" providerId="AD" clId="Web-{CFDE18CE-F116-1F98-7D9F-42B4869616D1}" dt="2026-03-23T02:37:58.875" v="5"/>
        <pc:sldMkLst>
          <pc:docMk/>
          <pc:sldMk cId="2302743396" sldId="507"/>
        </pc:sldMkLst>
      </pc:sldChg>
      <pc:sldChg chg="addSp delSp modSp add del replId">
        <pc:chgData name="Chengjie Hao (student)" userId="S::3174168h@student.gla.ac.uk::48ee7e16-135e-46dd-86c5-b8e72283fb91" providerId="AD" clId="Web-{CFDE18CE-F116-1F98-7D9F-42B4869616D1}" dt="2026-03-23T02:47:20.016" v="62"/>
        <pc:sldMkLst>
          <pc:docMk/>
          <pc:sldMk cId="3068231502" sldId="507"/>
        </pc:sldMkLst>
        <pc:spChg chg="add del">
          <ac:chgData name="Chengjie Hao (student)" userId="S::3174168h@student.gla.ac.uk::48ee7e16-135e-46dd-86c5-b8e72283fb91" providerId="AD" clId="Web-{CFDE18CE-F116-1F98-7D9F-42B4869616D1}" dt="2026-03-23T02:45:53.980" v="41"/>
          <ac:spMkLst>
            <pc:docMk/>
            <pc:sldMk cId="3068231502" sldId="507"/>
            <ac:spMk id="2" creationId="{2A1F2B7F-0FD2-4DAD-2C19-C3D38C9B46F0}"/>
          </ac:spMkLst>
        </pc:spChg>
        <pc:spChg chg="add del mod">
          <ac:chgData name="Chengjie Hao (student)" userId="S::3174168h@student.gla.ac.uk::48ee7e16-135e-46dd-86c5-b8e72283fb91" providerId="AD" clId="Web-{CFDE18CE-F116-1F98-7D9F-42B4869616D1}" dt="2026-03-23T02:45:53.980" v="41"/>
          <ac:spMkLst>
            <pc:docMk/>
            <pc:sldMk cId="3068231502" sldId="507"/>
            <ac:spMk id="6" creationId="{8C9199D6-3F85-A7D1-5DEA-31E0300CF434}"/>
          </ac:spMkLst>
        </pc:spChg>
        <pc:picChg chg="add del">
          <ac:chgData name="Chengjie Hao (student)" userId="S::3174168h@student.gla.ac.uk::48ee7e16-135e-46dd-86c5-b8e72283fb91" providerId="AD" clId="Web-{CFDE18CE-F116-1F98-7D9F-42B4869616D1}" dt="2026-03-23T02:45:58.996" v="45"/>
          <ac:picMkLst>
            <pc:docMk/>
            <pc:sldMk cId="3068231502" sldId="507"/>
            <ac:picMk id="4" creationId="{6A9B21CA-2458-1FD9-1FAC-C75DD593F43E}"/>
          </ac:picMkLst>
        </pc:picChg>
        <pc:picChg chg="add del">
          <ac:chgData name="Chengjie Hao (student)" userId="S::3174168h@student.gla.ac.uk::48ee7e16-135e-46dd-86c5-b8e72283fb91" providerId="AD" clId="Web-{CFDE18CE-F116-1F98-7D9F-42B4869616D1}" dt="2026-03-23T02:45:59.574" v="46"/>
          <ac:picMkLst>
            <pc:docMk/>
            <pc:sldMk cId="3068231502" sldId="507"/>
            <ac:picMk id="5" creationId="{440BEAF8-CF33-502F-39C2-3949DE172C31}"/>
          </ac:picMkLst>
        </pc:picChg>
      </pc:sldChg>
      <pc:sldChg chg="addSp delSp modSp add ord replId addAnim delAnim modAnim">
        <pc:chgData name="Chengjie Hao (student)" userId="S::3174168h@student.gla.ac.uk::48ee7e16-135e-46dd-86c5-b8e72283fb91" providerId="AD" clId="Web-{CFDE18CE-F116-1F98-7D9F-42B4869616D1}" dt="2026-03-23T04:00:57.864" v="438"/>
        <pc:sldMkLst>
          <pc:docMk/>
          <pc:sldMk cId="410243343" sldId="508"/>
        </pc:sldMkLst>
        <pc:spChg chg="mod">
          <ac:chgData name="Chengjie Hao (student)" userId="S::3174168h@student.gla.ac.uk::48ee7e16-135e-46dd-86c5-b8e72283fb91" providerId="AD" clId="Web-{CFDE18CE-F116-1F98-7D9F-42B4869616D1}" dt="2026-03-23T03:20:05.012" v="162" actId="20577"/>
          <ac:spMkLst>
            <pc:docMk/>
            <pc:sldMk cId="410243343" sldId="508"/>
            <ac:spMk id="2" creationId="{9D0682F7-3326-B476-0C4A-44DE57110323}"/>
          </ac:spMkLst>
        </pc:spChg>
        <pc:spChg chg="add del mod">
          <ac:chgData name="Chengjie Hao (student)" userId="S::3174168h@student.gla.ac.uk::48ee7e16-135e-46dd-86c5-b8e72283fb91" providerId="AD" clId="Web-{CFDE18CE-F116-1F98-7D9F-42B4869616D1}" dt="2026-03-23T03:48:40.420" v="256"/>
          <ac:spMkLst>
            <pc:docMk/>
            <pc:sldMk cId="410243343" sldId="508"/>
            <ac:spMk id="7" creationId="{E6D32EF3-D837-4B95-50EC-AFDCA60A3333}"/>
          </ac:spMkLst>
        </pc:spChg>
        <pc:spChg chg="add mod">
          <ac:chgData name="Chengjie Hao (student)" userId="S::3174168h@student.gla.ac.uk::48ee7e16-135e-46dd-86c5-b8e72283fb91" providerId="AD" clId="Web-{CFDE18CE-F116-1F98-7D9F-42B4869616D1}" dt="2026-03-23T03:57:13.112" v="400" actId="1076"/>
          <ac:spMkLst>
            <pc:docMk/>
            <pc:sldMk cId="410243343" sldId="508"/>
            <ac:spMk id="9" creationId="{43AF2A6E-0391-FD11-6DBD-3A25BB7B6707}"/>
          </ac:spMkLst>
        </pc:spChg>
        <pc:spChg chg="add mod">
          <ac:chgData name="Chengjie Hao (student)" userId="S::3174168h@student.gla.ac.uk::48ee7e16-135e-46dd-86c5-b8e72283fb91" providerId="AD" clId="Web-{CFDE18CE-F116-1F98-7D9F-42B4869616D1}" dt="2026-03-23T03:58:12.050" v="411" actId="20577"/>
          <ac:spMkLst>
            <pc:docMk/>
            <pc:sldMk cId="410243343" sldId="508"/>
            <ac:spMk id="11" creationId="{BA4876B2-6CD8-D46E-7E0A-6BA7E03E13D6}"/>
          </ac:spMkLst>
        </pc:spChg>
        <pc:spChg chg="add del">
          <ac:chgData name="Chengjie Hao (student)" userId="S::3174168h@student.gla.ac.uk::48ee7e16-135e-46dd-86c5-b8e72283fb91" providerId="AD" clId="Web-{CFDE18CE-F116-1F98-7D9F-42B4869616D1}" dt="2026-03-23T03:55:37.346" v="375"/>
          <ac:spMkLst>
            <pc:docMk/>
            <pc:sldMk cId="410243343" sldId="508"/>
            <ac:spMk id="12" creationId="{759379E8-1ECA-280B-5882-7ABDD3F73AA9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29.441" v="422" actId="1076"/>
          <ac:spMkLst>
            <pc:docMk/>
            <pc:sldMk cId="410243343" sldId="508"/>
            <ac:spMk id="13" creationId="{60F64860-2169-35CE-AE18-42520B65EAF1}"/>
          </ac:spMkLst>
        </pc:spChg>
        <pc:spChg chg="add del mod">
          <ac:chgData name="Chengjie Hao (student)" userId="S::3174168h@student.gla.ac.uk::48ee7e16-135e-46dd-86c5-b8e72283fb91" providerId="AD" clId="Web-{CFDE18CE-F116-1F98-7D9F-42B4869616D1}" dt="2026-03-23T03:55:34.642" v="374"/>
          <ac:spMkLst>
            <pc:docMk/>
            <pc:sldMk cId="410243343" sldId="508"/>
            <ac:spMk id="14" creationId="{F2A170C2-98ED-35C6-4A39-CCF89DFD069E}"/>
          </ac:spMkLst>
        </pc:spChg>
        <pc:spChg chg="add mod">
          <ac:chgData name="Chengjie Hao (student)" userId="S::3174168h@student.gla.ac.uk::48ee7e16-135e-46dd-86c5-b8e72283fb91" providerId="AD" clId="Web-{CFDE18CE-F116-1F98-7D9F-42B4869616D1}" dt="2026-03-23T03:57:43.066" v="407" actId="1076"/>
          <ac:spMkLst>
            <pc:docMk/>
            <pc:sldMk cId="410243343" sldId="508"/>
            <ac:spMk id="15" creationId="{F4D4AD97-3159-A342-4EAA-8613C4A1A636}"/>
          </ac:spMkLst>
        </pc:spChg>
        <pc:spChg chg="add mod">
          <ac:chgData name="Chengjie Hao (student)" userId="S::3174168h@student.gla.ac.uk::48ee7e16-135e-46dd-86c5-b8e72283fb91" providerId="AD" clId="Web-{CFDE18CE-F116-1F98-7D9F-42B4869616D1}" dt="2026-03-23T03:59:19.535" v="432" actId="20577"/>
          <ac:spMkLst>
            <pc:docMk/>
            <pc:sldMk cId="410243343" sldId="508"/>
            <ac:spMk id="16" creationId="{4C5EECD1-3384-F2D3-B19C-E59DB6AB9699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175" v="423" actId="1076"/>
          <ac:spMkLst>
            <pc:docMk/>
            <pc:sldMk cId="410243343" sldId="508"/>
            <ac:spMk id="22" creationId="{4D86E470-930F-AB59-F600-BE89A3435B65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191" v="424" actId="1076"/>
          <ac:spMkLst>
            <pc:docMk/>
            <pc:sldMk cId="410243343" sldId="508"/>
            <ac:spMk id="23" creationId="{EA99609B-6DC6-03E6-7759-523E6B461CD8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07" v="425" actId="1076"/>
          <ac:spMkLst>
            <pc:docMk/>
            <pc:sldMk cId="410243343" sldId="508"/>
            <ac:spMk id="24" creationId="{7B28A598-A218-9DF3-AB88-04106D8EF0CE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22" v="426" actId="1076"/>
          <ac:spMkLst>
            <pc:docMk/>
            <pc:sldMk cId="410243343" sldId="508"/>
            <ac:spMk id="25" creationId="{328CC8CB-03F6-4510-EEC8-2D43551FA7F3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22" v="427" actId="1076"/>
          <ac:spMkLst>
            <pc:docMk/>
            <pc:sldMk cId="410243343" sldId="508"/>
            <ac:spMk id="26" creationId="{59F6917C-CA2C-9817-DD22-0B1233A2F392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38" v="428" actId="1076"/>
          <ac:spMkLst>
            <pc:docMk/>
            <pc:sldMk cId="410243343" sldId="508"/>
            <ac:spMk id="27" creationId="{3F64F4FB-8E7F-ADB8-0C7C-0EB7D35132D3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54" v="429" actId="1076"/>
          <ac:spMkLst>
            <pc:docMk/>
            <pc:sldMk cId="410243343" sldId="508"/>
            <ac:spMk id="28" creationId="{2F652ABB-DDB7-468C-1694-495502A7DF56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69" v="430" actId="1076"/>
          <ac:spMkLst>
            <pc:docMk/>
            <pc:sldMk cId="410243343" sldId="508"/>
            <ac:spMk id="29" creationId="{EF5ACA15-9988-E749-68E6-7AFD7614D7A9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85" v="431" actId="1076"/>
          <ac:spMkLst>
            <pc:docMk/>
            <pc:sldMk cId="410243343" sldId="508"/>
            <ac:spMk id="30" creationId="{CD0C7404-81F9-DD7A-EC13-F7C8B4BF47E3}"/>
          </ac:spMkLst>
        </pc:spChg>
        <pc:picChg chg="del">
          <ac:chgData name="Chengjie Hao (student)" userId="S::3174168h@student.gla.ac.uk::48ee7e16-135e-46dd-86c5-b8e72283fb91" providerId="AD" clId="Web-{CFDE18CE-F116-1F98-7D9F-42B4869616D1}" dt="2026-03-23T02:48:25.097" v="72"/>
          <ac:picMkLst>
            <pc:docMk/>
            <pc:sldMk cId="410243343" sldId="508"/>
            <ac:picMk id="4" creationId="{7222F37E-3541-BF35-E218-752344C795F6}"/>
          </ac:picMkLst>
        </pc:picChg>
        <pc:picChg chg="del">
          <ac:chgData name="Chengjie Hao (student)" userId="S::3174168h@student.gla.ac.uk::48ee7e16-135e-46dd-86c5-b8e72283fb91" providerId="AD" clId="Web-{CFDE18CE-F116-1F98-7D9F-42B4869616D1}" dt="2026-03-23T02:48:25.644" v="73"/>
          <ac:picMkLst>
            <pc:docMk/>
            <pc:sldMk cId="410243343" sldId="508"/>
            <ac:picMk id="5" creationId="{8D57BC38-83C3-724C-5F89-9EB281ACFDD6}"/>
          </ac:picMkLst>
        </pc:picChg>
        <pc:cxnChg chg="add del mod">
          <ac:chgData name="Chengjie Hao (student)" userId="S::3174168h@student.gla.ac.uk::48ee7e16-135e-46dd-86c5-b8e72283fb91" providerId="AD" clId="Web-{CFDE18CE-F116-1F98-7D9F-42B4869616D1}" dt="2026-03-23T03:53:28.213" v="349" actId="1076"/>
          <ac:cxnSpMkLst>
            <pc:docMk/>
            <pc:sldMk cId="410243343" sldId="508"/>
            <ac:cxnSpMk id="3" creationId="{D68D39AE-7587-9197-1569-6356AD705CA5}"/>
          </ac:cxnSpMkLst>
        </pc:cxnChg>
      </pc:sldChg>
      <pc:sldChg chg="modSp add ord">
        <pc:chgData name="Chengjie Hao (student)" userId="S::3174168h@student.gla.ac.uk::48ee7e16-135e-46dd-86c5-b8e72283fb91" providerId="AD" clId="Web-{CFDE18CE-F116-1F98-7D9F-42B4869616D1}" dt="2026-03-23T03:29:05.869" v="166" actId="1076"/>
        <pc:sldMkLst>
          <pc:docMk/>
          <pc:sldMk cId="1982197186" sldId="509"/>
        </pc:sldMkLst>
        <pc:spChg chg="mod">
          <ac:chgData name="Chengjie Hao (student)" userId="S::3174168h@student.gla.ac.uk::48ee7e16-135e-46dd-86c5-b8e72283fb91" providerId="AD" clId="Web-{CFDE18CE-F116-1F98-7D9F-42B4869616D1}" dt="2026-03-23T03:29:05.869" v="166" actId="1076"/>
          <ac:spMkLst>
            <pc:docMk/>
            <pc:sldMk cId="1982197186" sldId="509"/>
            <ac:spMk id="2" creationId="{CC4A7CF7-434B-5EBE-4B38-2B1A61608B99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2:52:57.802" v="94" actId="1076"/>
          <ac:spMkLst>
            <pc:docMk/>
            <pc:sldMk cId="1982197186" sldId="509"/>
            <ac:spMk id="12" creationId="{8C9C5A3E-36BF-AE84-47D8-7B83BB010ED5}"/>
          </ac:spMkLst>
        </pc:spChg>
        <pc:picChg chg="mod">
          <ac:chgData name="Chengjie Hao (student)" userId="S::3174168h@student.gla.ac.uk::48ee7e16-135e-46dd-86c5-b8e72283fb91" providerId="AD" clId="Web-{CFDE18CE-F116-1F98-7D9F-42B4869616D1}" dt="2026-03-23T02:53:02.771" v="96" actId="1076"/>
          <ac:picMkLst>
            <pc:docMk/>
            <pc:sldMk cId="1982197186" sldId="509"/>
            <ac:picMk id="8" creationId="{2BA8373E-8537-18F8-74DA-81FF9BAE3EF4}"/>
          </ac:picMkLst>
        </pc:picChg>
        <pc:picChg chg="mod">
          <ac:chgData name="Chengjie Hao (student)" userId="S::3174168h@student.gla.ac.uk::48ee7e16-135e-46dd-86c5-b8e72283fb91" providerId="AD" clId="Web-{CFDE18CE-F116-1F98-7D9F-42B4869616D1}" dt="2026-03-23T02:53:00.881" v="95" actId="1076"/>
          <ac:picMkLst>
            <pc:docMk/>
            <pc:sldMk cId="1982197186" sldId="509"/>
            <ac:picMk id="14" creationId="{96A06231-5BEF-41B9-17DC-64169C8CD2C6}"/>
          </ac:picMkLst>
        </pc:picChg>
        <pc:picChg chg="mod">
          <ac:chgData name="Chengjie Hao (student)" userId="S::3174168h@student.gla.ac.uk::48ee7e16-135e-46dd-86c5-b8e72283fb91" providerId="AD" clId="Web-{CFDE18CE-F116-1F98-7D9F-42B4869616D1}" dt="2026-03-23T02:53:04.209" v="97" actId="1076"/>
          <ac:picMkLst>
            <pc:docMk/>
            <pc:sldMk cId="1982197186" sldId="509"/>
            <ac:picMk id="16" creationId="{C1D4A48F-57EE-230B-7BC0-206F66B353A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14539F-7FE7-4408-A8DA-84A3FA76BCF5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FCB54837-0459-4CE4-9CD2-875BDBC18DA8}">
      <dgm:prSet phldrT="[文本]"/>
      <dgm:spPr/>
      <dgm:t>
        <a:bodyPr/>
        <a:lstStyle/>
        <a:p>
          <a:pPr rtl="0"/>
          <a:r>
            <a:rPr lang="zh-CN"/>
            <a:t>Assign tasks according to </a:t>
          </a:r>
          <a:r>
            <a:rPr lang="en-US" altLang="zh-CN">
              <a:latin typeface="Calibri Light" panose="020F0302020204030204"/>
            </a:rPr>
            <a:t>WPs</a:t>
          </a:r>
          <a:endParaRPr lang="zh-CN" altLang="en-US"/>
        </a:p>
      </dgm:t>
    </dgm:pt>
    <dgm:pt modelId="{81A43027-CDFD-4D82-BC4D-590DD87927B6}" type="parTrans" cxnId="{76095887-0D2F-4F05-9042-88EEDE2CF22E}">
      <dgm:prSet/>
      <dgm:spPr/>
    </dgm:pt>
    <dgm:pt modelId="{B10A374D-81B9-49EE-AAA8-BA85AD319FAB}" type="sibTrans" cxnId="{76095887-0D2F-4F05-9042-88EEDE2CF22E}">
      <dgm:prSet/>
      <dgm:spPr/>
      <dgm:t>
        <a:bodyPr/>
        <a:lstStyle/>
        <a:p>
          <a:endParaRPr lang="zh-CN" altLang="en-US"/>
        </a:p>
      </dgm:t>
    </dgm:pt>
    <dgm:pt modelId="{BBE5DCFD-6994-4948-A21A-B08E36FC832B}">
      <dgm:prSet phldrT="[文本]"/>
      <dgm:spPr/>
      <dgm:t>
        <a:bodyPr/>
        <a:lstStyle/>
        <a:p>
          <a:pPr rtl="0"/>
          <a:r>
            <a:rPr lang="zh-CN" altLang="en-US">
              <a:latin typeface="Calibri Light" panose="020F0302020204030204"/>
            </a:rPr>
            <a:t>Weekly Meetings</a:t>
          </a:r>
          <a:endParaRPr lang="zh-CN" altLang="en-US"/>
        </a:p>
      </dgm:t>
    </dgm:pt>
    <dgm:pt modelId="{FF840B9E-366E-4D2A-81B7-52E2000CA65F}" type="parTrans" cxnId="{B510B564-E29B-46AC-8004-0AE0B4321BDA}">
      <dgm:prSet/>
      <dgm:spPr/>
    </dgm:pt>
    <dgm:pt modelId="{4BC8BA8F-292A-4FE4-BD75-90DEB9B78462}" type="sibTrans" cxnId="{B510B564-E29B-46AC-8004-0AE0B4321BDA}">
      <dgm:prSet/>
      <dgm:spPr/>
      <dgm:t>
        <a:bodyPr/>
        <a:lstStyle/>
        <a:p>
          <a:endParaRPr lang="zh-CN" altLang="en-US"/>
        </a:p>
      </dgm:t>
    </dgm:pt>
    <dgm:pt modelId="{FCAEC4FC-20C4-492F-97E9-73AB810ABC7A}">
      <dgm:prSet phldrT="[文本]"/>
      <dgm:spPr/>
      <dgm:t>
        <a:bodyPr/>
        <a:lstStyle/>
        <a:p>
          <a:pPr rtl="0"/>
          <a:r>
            <a:rPr lang="zh-CN"/>
            <a:t>Sync progress to GitHub</a:t>
          </a:r>
          <a:endParaRPr lang="zh-CN" altLang="en-US"/>
        </a:p>
      </dgm:t>
    </dgm:pt>
    <dgm:pt modelId="{02875A69-15D0-4DFA-ACE7-8DEA888352BF}" type="parTrans" cxnId="{78EE7341-1A94-402B-9F7B-8A2A782EE295}">
      <dgm:prSet/>
      <dgm:spPr/>
    </dgm:pt>
    <dgm:pt modelId="{DE21A55A-58DC-45C1-BBBC-56413D3774BE}" type="sibTrans" cxnId="{78EE7341-1A94-402B-9F7B-8A2A782EE295}">
      <dgm:prSet/>
      <dgm:spPr/>
      <dgm:t>
        <a:bodyPr/>
        <a:lstStyle/>
        <a:p>
          <a:endParaRPr lang="zh-CN" altLang="en-US"/>
        </a:p>
        <a:p>
          <a:endParaRPr lang="zh-CN" altLang="en-US"/>
        </a:p>
        <a:p>
          <a:endParaRPr lang="zh-CN" altLang="en-US"/>
        </a:p>
      </dgm:t>
    </dgm:pt>
    <dgm:pt modelId="{545EF73C-DD03-4372-8E67-D7CB0B091DF7}">
      <dgm:prSet phldr="0"/>
      <dgm:spPr/>
      <dgm:t>
        <a:bodyPr/>
        <a:lstStyle/>
        <a:p>
          <a:pPr rtl="0"/>
          <a:r>
            <a:rPr lang="en-US" altLang="zh-CN">
              <a:latin typeface="Calibri Light" panose="020F0302020204030204"/>
            </a:rPr>
            <a:t>Fill in the TARs</a:t>
          </a:r>
        </a:p>
      </dgm:t>
    </dgm:pt>
    <dgm:pt modelId="{9789A573-3D3F-4399-AEFF-54068C393964}" type="parTrans" cxnId="{E5CD74E2-D907-4FE2-B764-D95D22758398}">
      <dgm:prSet/>
      <dgm:spPr/>
    </dgm:pt>
    <dgm:pt modelId="{3B68A9E2-0333-4B54-A335-7AC23CC1926F}" type="sibTrans" cxnId="{E5CD74E2-D907-4FE2-B764-D95D22758398}">
      <dgm:prSet/>
      <dgm:spPr/>
    </dgm:pt>
    <dgm:pt modelId="{B1A0BFCE-3BFE-46EA-A63F-08E936DA62D6}" type="pres">
      <dgm:prSet presAssocID="{E614539F-7FE7-4408-A8DA-84A3FA76BCF5}" presName="linearFlow" presStyleCnt="0">
        <dgm:presLayoutVars>
          <dgm:resizeHandles val="exact"/>
        </dgm:presLayoutVars>
      </dgm:prSet>
      <dgm:spPr/>
    </dgm:pt>
    <dgm:pt modelId="{F82DDA42-405C-4ED4-B385-469487632547}" type="pres">
      <dgm:prSet presAssocID="{FCB54837-0459-4CE4-9CD2-875BDBC18DA8}" presName="node" presStyleLbl="node1" presStyleIdx="0" presStyleCnt="4">
        <dgm:presLayoutVars>
          <dgm:bulletEnabled val="1"/>
        </dgm:presLayoutVars>
      </dgm:prSet>
      <dgm:spPr/>
    </dgm:pt>
    <dgm:pt modelId="{0008321A-EDFD-4A8B-A7B3-082E7D1229D7}" type="pres">
      <dgm:prSet presAssocID="{B10A374D-81B9-49EE-AAA8-BA85AD319FAB}" presName="sibTrans" presStyleLbl="sibTrans2D1" presStyleIdx="0" presStyleCnt="3"/>
      <dgm:spPr/>
    </dgm:pt>
    <dgm:pt modelId="{C7BEBC5A-E958-4674-A70F-5A1003ABDF0C}" type="pres">
      <dgm:prSet presAssocID="{B10A374D-81B9-49EE-AAA8-BA85AD319FAB}" presName="connectorText" presStyleLbl="sibTrans2D1" presStyleIdx="0" presStyleCnt="3"/>
      <dgm:spPr/>
    </dgm:pt>
    <dgm:pt modelId="{E3C35CBE-C0D4-4A24-BD14-F0162B250700}" type="pres">
      <dgm:prSet presAssocID="{BBE5DCFD-6994-4948-A21A-B08E36FC832B}" presName="node" presStyleLbl="node1" presStyleIdx="1" presStyleCnt="4">
        <dgm:presLayoutVars>
          <dgm:bulletEnabled val="1"/>
        </dgm:presLayoutVars>
      </dgm:prSet>
      <dgm:spPr/>
    </dgm:pt>
    <dgm:pt modelId="{140B1461-4450-4DCD-A137-D21F897DBC58}" type="pres">
      <dgm:prSet presAssocID="{4BC8BA8F-292A-4FE4-BD75-90DEB9B78462}" presName="sibTrans" presStyleLbl="sibTrans2D1" presStyleIdx="1" presStyleCnt="3"/>
      <dgm:spPr/>
    </dgm:pt>
    <dgm:pt modelId="{E5A95592-3BC3-42A7-AC73-A1E9871EBA0F}" type="pres">
      <dgm:prSet presAssocID="{4BC8BA8F-292A-4FE4-BD75-90DEB9B78462}" presName="connectorText" presStyleLbl="sibTrans2D1" presStyleIdx="1" presStyleCnt="3"/>
      <dgm:spPr/>
    </dgm:pt>
    <dgm:pt modelId="{7F3D3142-1243-40E6-B311-24DCAB2586C8}" type="pres">
      <dgm:prSet presAssocID="{FCAEC4FC-20C4-492F-97E9-73AB810ABC7A}" presName="node" presStyleLbl="node1" presStyleIdx="2" presStyleCnt="4">
        <dgm:presLayoutVars>
          <dgm:bulletEnabled val="1"/>
        </dgm:presLayoutVars>
      </dgm:prSet>
      <dgm:spPr/>
    </dgm:pt>
    <dgm:pt modelId="{05E1BBD2-03DD-4C6C-9A29-5C9D8E0ECAAC}" type="pres">
      <dgm:prSet presAssocID="{DE21A55A-58DC-45C1-BBBC-56413D3774BE}" presName="sibTrans" presStyleLbl="sibTrans2D1" presStyleIdx="2" presStyleCnt="3"/>
      <dgm:spPr/>
    </dgm:pt>
    <dgm:pt modelId="{2E0A8851-6EA8-4BC4-B66B-71B07DF83AD3}" type="pres">
      <dgm:prSet presAssocID="{DE21A55A-58DC-45C1-BBBC-56413D3774BE}" presName="connectorText" presStyleLbl="sibTrans2D1" presStyleIdx="2" presStyleCnt="3"/>
      <dgm:spPr/>
    </dgm:pt>
    <dgm:pt modelId="{4DEF1C07-4F2C-4C98-B672-DA674AAB0C5D}" type="pres">
      <dgm:prSet presAssocID="{545EF73C-DD03-4372-8E67-D7CB0B091DF7}" presName="node" presStyleLbl="node1" presStyleIdx="3" presStyleCnt="4">
        <dgm:presLayoutVars>
          <dgm:bulletEnabled val="1"/>
        </dgm:presLayoutVars>
      </dgm:prSet>
      <dgm:spPr/>
    </dgm:pt>
  </dgm:ptLst>
  <dgm:cxnLst>
    <dgm:cxn modelId="{AF0B1428-C9A6-47B5-9231-3092EE4E3619}" type="presOf" srcId="{DE21A55A-58DC-45C1-BBBC-56413D3774BE}" destId="{2E0A8851-6EA8-4BC4-B66B-71B07DF83AD3}" srcOrd="1" destOrd="0" presId="urn:microsoft.com/office/officeart/2005/8/layout/process2"/>
    <dgm:cxn modelId="{78EE7341-1A94-402B-9F7B-8A2A782EE295}" srcId="{E614539F-7FE7-4408-A8DA-84A3FA76BCF5}" destId="{FCAEC4FC-20C4-492F-97E9-73AB810ABC7A}" srcOrd="2" destOrd="0" parTransId="{02875A69-15D0-4DFA-ACE7-8DEA888352BF}" sibTransId="{DE21A55A-58DC-45C1-BBBC-56413D3774BE}"/>
    <dgm:cxn modelId="{B510B564-E29B-46AC-8004-0AE0B4321BDA}" srcId="{E614539F-7FE7-4408-A8DA-84A3FA76BCF5}" destId="{BBE5DCFD-6994-4948-A21A-B08E36FC832B}" srcOrd="1" destOrd="0" parTransId="{FF840B9E-366E-4D2A-81B7-52E2000CA65F}" sibTransId="{4BC8BA8F-292A-4FE4-BD75-90DEB9B78462}"/>
    <dgm:cxn modelId="{9DF4C964-CF65-4031-9F61-6405C708DB20}" type="presOf" srcId="{FCB54837-0459-4CE4-9CD2-875BDBC18DA8}" destId="{F82DDA42-405C-4ED4-B385-469487632547}" srcOrd="0" destOrd="0" presId="urn:microsoft.com/office/officeart/2005/8/layout/process2"/>
    <dgm:cxn modelId="{414A9D4D-2320-4DBE-926D-1582F734A319}" type="presOf" srcId="{4BC8BA8F-292A-4FE4-BD75-90DEB9B78462}" destId="{E5A95592-3BC3-42A7-AC73-A1E9871EBA0F}" srcOrd="1" destOrd="0" presId="urn:microsoft.com/office/officeart/2005/8/layout/process2"/>
    <dgm:cxn modelId="{5234C44E-935F-4F5D-A2C6-D0B455104A71}" type="presOf" srcId="{DE21A55A-58DC-45C1-BBBC-56413D3774BE}" destId="{05E1BBD2-03DD-4C6C-9A29-5C9D8E0ECAAC}" srcOrd="0" destOrd="0" presId="urn:microsoft.com/office/officeart/2005/8/layout/process2"/>
    <dgm:cxn modelId="{4A6D4757-4F81-473F-A74C-52BCDB0328B9}" type="presOf" srcId="{BBE5DCFD-6994-4948-A21A-B08E36FC832B}" destId="{E3C35CBE-C0D4-4A24-BD14-F0162B250700}" srcOrd="0" destOrd="0" presId="urn:microsoft.com/office/officeart/2005/8/layout/process2"/>
    <dgm:cxn modelId="{C69D2780-4B17-4033-88FE-47ECDD3BE6F2}" type="presOf" srcId="{4BC8BA8F-292A-4FE4-BD75-90DEB9B78462}" destId="{140B1461-4450-4DCD-A137-D21F897DBC58}" srcOrd="0" destOrd="0" presId="urn:microsoft.com/office/officeart/2005/8/layout/process2"/>
    <dgm:cxn modelId="{76095887-0D2F-4F05-9042-88EEDE2CF22E}" srcId="{E614539F-7FE7-4408-A8DA-84A3FA76BCF5}" destId="{FCB54837-0459-4CE4-9CD2-875BDBC18DA8}" srcOrd="0" destOrd="0" parTransId="{81A43027-CDFD-4D82-BC4D-590DD87927B6}" sibTransId="{B10A374D-81B9-49EE-AAA8-BA85AD319FAB}"/>
    <dgm:cxn modelId="{0BC36E90-48FB-4CDD-B6AD-4C28BF7DA6DF}" type="presOf" srcId="{545EF73C-DD03-4372-8E67-D7CB0B091DF7}" destId="{4DEF1C07-4F2C-4C98-B672-DA674AAB0C5D}" srcOrd="0" destOrd="0" presId="urn:microsoft.com/office/officeart/2005/8/layout/process2"/>
    <dgm:cxn modelId="{696C47A3-23A5-44EF-9CD4-310AF95B23F4}" type="presOf" srcId="{E614539F-7FE7-4408-A8DA-84A3FA76BCF5}" destId="{B1A0BFCE-3BFE-46EA-A63F-08E936DA62D6}" srcOrd="0" destOrd="0" presId="urn:microsoft.com/office/officeart/2005/8/layout/process2"/>
    <dgm:cxn modelId="{DB523AAE-293B-452C-B226-C700E2886381}" type="presOf" srcId="{B10A374D-81B9-49EE-AAA8-BA85AD319FAB}" destId="{0008321A-EDFD-4A8B-A7B3-082E7D1229D7}" srcOrd="0" destOrd="0" presId="urn:microsoft.com/office/officeart/2005/8/layout/process2"/>
    <dgm:cxn modelId="{693899AE-C2C4-4FC3-BB25-B6A6571903BB}" type="presOf" srcId="{FCAEC4FC-20C4-492F-97E9-73AB810ABC7A}" destId="{7F3D3142-1243-40E6-B311-24DCAB2586C8}" srcOrd="0" destOrd="0" presId="urn:microsoft.com/office/officeart/2005/8/layout/process2"/>
    <dgm:cxn modelId="{E5CD74E2-D907-4FE2-B764-D95D22758398}" srcId="{E614539F-7FE7-4408-A8DA-84A3FA76BCF5}" destId="{545EF73C-DD03-4372-8E67-D7CB0B091DF7}" srcOrd="3" destOrd="0" parTransId="{9789A573-3D3F-4399-AEFF-54068C393964}" sibTransId="{3B68A9E2-0333-4B54-A335-7AC23CC1926F}"/>
    <dgm:cxn modelId="{7B09FCEE-6D83-4FC0-A44A-333125661603}" type="presOf" srcId="{B10A374D-81B9-49EE-AAA8-BA85AD319FAB}" destId="{C7BEBC5A-E958-4674-A70F-5A1003ABDF0C}" srcOrd="1" destOrd="0" presId="urn:microsoft.com/office/officeart/2005/8/layout/process2"/>
    <dgm:cxn modelId="{ADD048C0-DDAD-422E-86D4-301742735790}" type="presParOf" srcId="{B1A0BFCE-3BFE-46EA-A63F-08E936DA62D6}" destId="{F82DDA42-405C-4ED4-B385-469487632547}" srcOrd="0" destOrd="0" presId="urn:microsoft.com/office/officeart/2005/8/layout/process2"/>
    <dgm:cxn modelId="{6CF86B97-37BB-40D6-8986-9FFE6BE08CAC}" type="presParOf" srcId="{B1A0BFCE-3BFE-46EA-A63F-08E936DA62D6}" destId="{0008321A-EDFD-4A8B-A7B3-082E7D1229D7}" srcOrd="1" destOrd="0" presId="urn:microsoft.com/office/officeart/2005/8/layout/process2"/>
    <dgm:cxn modelId="{6D8B2B37-AD60-43C7-9E4B-6524C0C9D77C}" type="presParOf" srcId="{0008321A-EDFD-4A8B-A7B3-082E7D1229D7}" destId="{C7BEBC5A-E958-4674-A70F-5A1003ABDF0C}" srcOrd="0" destOrd="0" presId="urn:microsoft.com/office/officeart/2005/8/layout/process2"/>
    <dgm:cxn modelId="{6FDDF4FE-BABE-48B4-83B8-F0DABE05EB4C}" type="presParOf" srcId="{B1A0BFCE-3BFE-46EA-A63F-08E936DA62D6}" destId="{E3C35CBE-C0D4-4A24-BD14-F0162B250700}" srcOrd="2" destOrd="0" presId="urn:microsoft.com/office/officeart/2005/8/layout/process2"/>
    <dgm:cxn modelId="{D56D2706-535B-426E-A990-06289869F2FD}" type="presParOf" srcId="{B1A0BFCE-3BFE-46EA-A63F-08E936DA62D6}" destId="{140B1461-4450-4DCD-A137-D21F897DBC58}" srcOrd="3" destOrd="0" presId="urn:microsoft.com/office/officeart/2005/8/layout/process2"/>
    <dgm:cxn modelId="{707E7D41-59EC-4ADB-BCE6-E19D0E06D634}" type="presParOf" srcId="{140B1461-4450-4DCD-A137-D21F897DBC58}" destId="{E5A95592-3BC3-42A7-AC73-A1E9871EBA0F}" srcOrd="0" destOrd="0" presId="urn:microsoft.com/office/officeart/2005/8/layout/process2"/>
    <dgm:cxn modelId="{BD3DF7E8-CCF2-4E88-BC71-44EBF0EFB0B9}" type="presParOf" srcId="{B1A0BFCE-3BFE-46EA-A63F-08E936DA62D6}" destId="{7F3D3142-1243-40E6-B311-24DCAB2586C8}" srcOrd="4" destOrd="0" presId="urn:microsoft.com/office/officeart/2005/8/layout/process2"/>
    <dgm:cxn modelId="{6513A884-0449-45FA-9861-27BF569D85C6}" type="presParOf" srcId="{B1A0BFCE-3BFE-46EA-A63F-08E936DA62D6}" destId="{05E1BBD2-03DD-4C6C-9A29-5C9D8E0ECAAC}" srcOrd="5" destOrd="0" presId="urn:microsoft.com/office/officeart/2005/8/layout/process2"/>
    <dgm:cxn modelId="{AB917F95-DE50-4CAF-8538-0206947139AD}" type="presParOf" srcId="{05E1BBD2-03DD-4C6C-9A29-5C9D8E0ECAAC}" destId="{2E0A8851-6EA8-4BC4-B66B-71B07DF83AD3}" srcOrd="0" destOrd="0" presId="urn:microsoft.com/office/officeart/2005/8/layout/process2"/>
    <dgm:cxn modelId="{04F601E1-C300-4794-98B2-B716D555A30B}" type="presParOf" srcId="{B1A0BFCE-3BFE-46EA-A63F-08E936DA62D6}" destId="{4DEF1C07-4F2C-4C98-B672-DA674AAB0C5D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DDA42-405C-4ED4-B385-469487632547}">
      <dsp:nvSpPr>
        <dsp:cNvPr id="0" name=""/>
        <dsp:cNvSpPr/>
      </dsp:nvSpPr>
      <dsp:spPr>
        <a:xfrm>
          <a:off x="2863676" y="3060"/>
          <a:ext cx="2049528" cy="11386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kern="1200"/>
            <a:t>Assign tasks according to </a:t>
          </a:r>
          <a:r>
            <a:rPr lang="en-US" altLang="zh-CN" sz="2100" kern="1200">
              <a:latin typeface="Calibri Light" panose="020F0302020204030204"/>
            </a:rPr>
            <a:t>WPs</a:t>
          </a:r>
          <a:endParaRPr lang="zh-CN" altLang="en-US" sz="2100" kern="1200"/>
        </a:p>
      </dsp:txBody>
      <dsp:txXfrm>
        <a:off x="2897025" y="36409"/>
        <a:ext cx="1982830" cy="1071928"/>
      </dsp:txXfrm>
    </dsp:sp>
    <dsp:sp modelId="{0008321A-EDFD-4A8B-A7B3-082E7D1229D7}">
      <dsp:nvSpPr>
        <dsp:cNvPr id="0" name=""/>
        <dsp:cNvSpPr/>
      </dsp:nvSpPr>
      <dsp:spPr>
        <a:xfrm rot="5400000">
          <a:off x="3674948" y="1170153"/>
          <a:ext cx="426985" cy="512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 rot="-5400000">
        <a:off x="3734726" y="1212852"/>
        <a:ext cx="307430" cy="298890"/>
      </dsp:txXfrm>
    </dsp:sp>
    <dsp:sp modelId="{E3C35CBE-C0D4-4A24-BD14-F0162B250700}">
      <dsp:nvSpPr>
        <dsp:cNvPr id="0" name=""/>
        <dsp:cNvSpPr/>
      </dsp:nvSpPr>
      <dsp:spPr>
        <a:xfrm>
          <a:off x="2863676" y="1711001"/>
          <a:ext cx="2049528" cy="11386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>
              <a:latin typeface="Calibri Light" panose="020F0302020204030204"/>
            </a:rPr>
            <a:t>Weekly Meetings</a:t>
          </a:r>
          <a:endParaRPr lang="zh-CN" altLang="en-US" sz="2100" kern="1200"/>
        </a:p>
      </dsp:txBody>
      <dsp:txXfrm>
        <a:off x="2897025" y="1744350"/>
        <a:ext cx="1982830" cy="1071928"/>
      </dsp:txXfrm>
    </dsp:sp>
    <dsp:sp modelId="{140B1461-4450-4DCD-A137-D21F897DBC58}">
      <dsp:nvSpPr>
        <dsp:cNvPr id="0" name=""/>
        <dsp:cNvSpPr/>
      </dsp:nvSpPr>
      <dsp:spPr>
        <a:xfrm rot="5400000">
          <a:off x="3674948" y="2878093"/>
          <a:ext cx="426985" cy="512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 rot="-5400000">
        <a:off x="3734726" y="2920792"/>
        <a:ext cx="307430" cy="298890"/>
      </dsp:txXfrm>
    </dsp:sp>
    <dsp:sp modelId="{7F3D3142-1243-40E6-B311-24DCAB2586C8}">
      <dsp:nvSpPr>
        <dsp:cNvPr id="0" name=""/>
        <dsp:cNvSpPr/>
      </dsp:nvSpPr>
      <dsp:spPr>
        <a:xfrm>
          <a:off x="2863676" y="3418941"/>
          <a:ext cx="2049528" cy="11386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kern="1200"/>
            <a:t>Sync progress to GitHub</a:t>
          </a:r>
          <a:endParaRPr lang="zh-CN" altLang="en-US" sz="2100" kern="1200"/>
        </a:p>
      </dsp:txBody>
      <dsp:txXfrm>
        <a:off x="2897025" y="3452290"/>
        <a:ext cx="1982830" cy="1071928"/>
      </dsp:txXfrm>
    </dsp:sp>
    <dsp:sp modelId="{05E1BBD2-03DD-4C6C-9A29-5C9D8E0ECAAC}">
      <dsp:nvSpPr>
        <dsp:cNvPr id="0" name=""/>
        <dsp:cNvSpPr/>
      </dsp:nvSpPr>
      <dsp:spPr>
        <a:xfrm rot="5400000">
          <a:off x="3674948" y="4586034"/>
          <a:ext cx="426985" cy="512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 rot="-5400000">
        <a:off x="3734726" y="4628733"/>
        <a:ext cx="307430" cy="298890"/>
      </dsp:txXfrm>
    </dsp:sp>
    <dsp:sp modelId="{4DEF1C07-4F2C-4C98-B672-DA674AAB0C5D}">
      <dsp:nvSpPr>
        <dsp:cNvPr id="0" name=""/>
        <dsp:cNvSpPr/>
      </dsp:nvSpPr>
      <dsp:spPr>
        <a:xfrm>
          <a:off x="2863676" y="5126882"/>
          <a:ext cx="2049528" cy="11386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>
              <a:latin typeface="Calibri Light" panose="020F0302020204030204"/>
            </a:rPr>
            <a:t>Fill in the TARs</a:t>
          </a:r>
        </a:p>
      </dsp:txBody>
      <dsp:txXfrm>
        <a:off x="2897025" y="5160231"/>
        <a:ext cx="1982830" cy="10719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/>
              <a:t>Six work packages across the whole lifecycle of the project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/>
              <a:t>Project Manager, which is me, handles non-technical project tasks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/>
              <a:t>Everyone else leads a technical </a:t>
            </a:r>
            <a:r>
              <a:rPr lang="en-IE" err="1"/>
              <a:t>workpackage</a:t>
            </a:r>
            <a:r>
              <a:rPr lang="en-IE"/>
              <a:t> with others assisting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/>
              <a:t>Teams + </a:t>
            </a:r>
            <a:r>
              <a:rPr lang="en-IE" err="1"/>
              <a:t>github</a:t>
            </a:r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3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05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64216-ADBC-D5E0-9F01-4529BE5C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04D9B-9F39-8536-25D4-0B3FF7185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9E383-DA26-DA5B-EAF4-E3188C703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6F49E-6C88-F04B-45DB-761D9EE44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79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C83E9-22C8-F106-A4E9-6B46034C6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F99B3-33A9-FE19-D3DF-8920E6F84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7317D-1541-DC98-FD0B-16FCA1C37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FFF49-FBD1-0D62-DF19-AF013ADF5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4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1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2559E32-3873-7D45-B9C6-C4F839B30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1BC6CA5-FB54-8746-B1B1-0D09602CEA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1699336"/>
            <a:ext cx="2452283" cy="45757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DECEF87-946C-834D-8550-61FE3D91A5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49235" y="1705343"/>
            <a:ext cx="9210963" cy="4526124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Body text Arial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16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2B56C0B-E29B-4842-B417-82BD0105A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41A95EC-0528-8A4C-BE96-445CDE1B3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133" y="1705342"/>
            <a:ext cx="11487066" cy="49329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Body text Arial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15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22/03/2026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3" r:id="rId2"/>
    <p:sldLayoutId id="2147483652" r:id="rId3"/>
    <p:sldLayoutId id="2147483653" r:id="rId4"/>
    <p:sldLayoutId id="2147483649" r:id="rId5"/>
    <p:sldLayoutId id="2147483654" r:id="rId6"/>
    <p:sldLayoutId id="2147483687" r:id="rId7"/>
    <p:sldLayoutId id="2147483656" r:id="rId8"/>
    <p:sldLayoutId id="2147483684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gif"/><Relationship Id="rId3" Type="http://schemas.openxmlformats.org/officeDocument/2006/relationships/image" Target="../media/image10.gif"/><Relationship Id="rId4" Type="http://schemas.openxmlformats.org/officeDocument/2006/relationships/image" Target="../media/image11.gif"/><Relationship Id="rId5" Type="http://schemas.openxmlformats.org/officeDocument/2006/relationships/image" Target="../media/image12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gif"/><Relationship Id="rId4" Type="http://schemas.openxmlformats.org/officeDocument/2006/relationships/image" Target="../media/image10.gif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e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Gilbert Scott Building">
            <a:extLst>
              <a:ext uri="{FF2B5EF4-FFF2-40B4-BE49-F238E27FC236}">
                <a16:creationId xmlns:a16="http://schemas.microsoft.com/office/drawing/2014/main" id="{DD87B83F-24FA-95CA-9C34-13BA69571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7" y="1657926"/>
            <a:ext cx="7571839" cy="1205017"/>
          </a:xfrm>
        </p:spPr>
        <p:txBody>
          <a:bodyPr>
            <a:normAutofit/>
          </a:bodyPr>
          <a:lstStyle/>
          <a:p>
            <a:r>
              <a:rPr lang="en-IE" noProof="0">
                <a:solidFill>
                  <a:schemeClr val="tx1"/>
                </a:solidFill>
              </a:rPr>
              <a:t>Robotics TDP: Team 1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C3B3-3558-DBF1-434D-506CD6EB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9F5A37-04A5-79DE-9B8C-E2048616D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General Guidelines</a:t>
            </a:r>
            <a:endParaRPr lang="en-IE" noProof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1332F-AA47-721E-11E4-47662ABE8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10793895" cy="23715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Should aim for ~20 slides total. You should be able to present your slides in 2.5 mins</a:t>
            </a: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Font size = 20</a:t>
            </a: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Use bullet points and avoid long paragraphs</a:t>
            </a: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Marking scheme is on right</a:t>
            </a:r>
            <a:endParaRPr lang="en-IE" noProof="0">
              <a:solidFill>
                <a:schemeClr val="tx1"/>
              </a:solidFill>
            </a:endParaRPr>
          </a:p>
          <a:p>
            <a:endParaRPr lang="en-IE" noProof="0">
              <a:solidFill>
                <a:schemeClr val="tx1"/>
              </a:solidFill>
            </a:endParaRPr>
          </a:p>
        </p:txBody>
      </p:sp>
      <p:pic>
        <p:nvPicPr>
          <p:cNvPr id="2" name="Picture 1" descr="A table of text on a white surface&#10;&#10;AI-generated content may be incorrect.">
            <a:extLst>
              <a:ext uri="{FF2B5EF4-FFF2-40B4-BE49-F238E27FC236}">
                <a16:creationId xmlns:a16="http://schemas.microsoft.com/office/drawing/2014/main" id="{975164B2-E6E4-C4D7-A52D-F7DA582E8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972" y="3426308"/>
            <a:ext cx="5487641" cy="351721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7D371F-DDB4-D1E1-5830-30D8E95ED04D}"/>
              </a:ext>
            </a:extLst>
          </p:cNvPr>
          <p:cNvSpPr txBox="1">
            <a:spLocks/>
          </p:cNvSpPr>
          <p:nvPr/>
        </p:nvSpPr>
        <p:spPr>
          <a:xfrm>
            <a:off x="839572" y="3896041"/>
            <a:ext cx="5109788" cy="23852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In particular note:</a:t>
            </a:r>
            <a:endParaRPr lang="en-IE" noProof="0">
              <a:solidFill>
                <a:schemeClr val="tx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"Clear slides. Simple design, large enough font, not too much material on slides"</a:t>
            </a:r>
            <a:endParaRPr lang="en-IE" noProof="0">
              <a:solidFill>
                <a:schemeClr val="tx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80% of marks on non-technical work.</a:t>
            </a:r>
            <a:endParaRPr lang="en-IE" noProof="0">
              <a:solidFill>
                <a:schemeClr val="tx1"/>
              </a:solidFill>
            </a:endParaRPr>
          </a:p>
          <a:p>
            <a:endParaRPr lang="en-IE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53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8D2E-A888-2C10-DB12-1D52AB671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F3FE-33CC-9B6C-3139-7364DDAAF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  <a:latin typeface="Arial"/>
                <a:cs typeface="Arial"/>
              </a:rPr>
              <a:t>Introduction</a:t>
            </a:r>
            <a:endParaRPr lang="en-IE" sz="4800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257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6D11-8D2E-DA4D-98A2-908011AD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593" y="345721"/>
            <a:ext cx="6927669" cy="859684"/>
          </a:xfrm>
        </p:spPr>
        <p:txBody>
          <a:bodyPr anchor="ctr">
            <a:normAutofit/>
          </a:bodyPr>
          <a:lstStyle/>
          <a:p>
            <a:r>
              <a:rPr lang="en-IE" noProof="0">
                <a:solidFill>
                  <a:schemeClr val="tx1"/>
                </a:solidFill>
              </a:rPr>
              <a:t>Introduction: Presentation Structure</a:t>
            </a:r>
          </a:p>
        </p:txBody>
      </p:sp>
      <p:pic>
        <p:nvPicPr>
          <p:cNvPr id="5" name="welcome">
            <a:hlinkClick r:id="" action="ppaction://media"/>
            <a:extLst>
              <a:ext uri="{FF2B5EF4-FFF2-40B4-BE49-F238E27FC236}">
                <a16:creationId xmlns:a16="http://schemas.microsoft.com/office/drawing/2014/main" id="{1ADD7D22-148C-F45A-08DF-939B467EF26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26414" r="20973" b="5057"/>
          <a:stretch>
            <a:fillRect/>
          </a:stretch>
        </p:blipFill>
        <p:spPr>
          <a:xfrm>
            <a:off x="7975218" y="1450315"/>
            <a:ext cx="3740102" cy="506196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1DF7729-9D8C-8F8E-3CCA-39FB0CE3AE46}"/>
              </a:ext>
            </a:extLst>
          </p:cNvPr>
          <p:cNvSpPr txBox="1">
            <a:spLocks/>
          </p:cNvSpPr>
          <p:nvPr/>
        </p:nvSpPr>
        <p:spPr>
          <a:xfrm>
            <a:off x="115930" y="1580289"/>
            <a:ext cx="6513811" cy="476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Presenting today: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CCF8B89-28EA-4BD4-0FFA-A9BFEBB15D91}"/>
              </a:ext>
            </a:extLst>
          </p:cNvPr>
          <p:cNvSpPr txBox="1">
            <a:spLocks/>
          </p:cNvSpPr>
          <p:nvPr/>
        </p:nvSpPr>
        <p:spPr>
          <a:xfrm>
            <a:off x="115931" y="2185801"/>
            <a:ext cx="7630343" cy="476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1. Introduction 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– Ciarán Breen (Project Manager)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CA914D-D434-71D6-48AB-080AD9E94990}"/>
              </a:ext>
            </a:extLst>
          </p:cNvPr>
          <p:cNvSpPr txBox="1">
            <a:spLocks/>
          </p:cNvSpPr>
          <p:nvPr/>
        </p:nvSpPr>
        <p:spPr>
          <a:xfrm>
            <a:off x="115931" y="2850372"/>
            <a:ext cx="7630343" cy="1411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2. Methodology</a:t>
            </a:r>
          </a:p>
          <a:p>
            <a:pPr marL="0" indent="0"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	3D – Jie Shu (WP 2 Lead)</a:t>
            </a:r>
          </a:p>
          <a:p>
            <a:pPr marL="0" indent="0"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	2D –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Chengjie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Hao (WP 5 Lead)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BC31AB-7CE3-618B-FB3D-79F63BFAD9FD}"/>
              </a:ext>
            </a:extLst>
          </p:cNvPr>
          <p:cNvSpPr txBox="1">
            <a:spLocks/>
          </p:cNvSpPr>
          <p:nvPr/>
        </p:nvSpPr>
        <p:spPr>
          <a:xfrm>
            <a:off x="93242" y="4449815"/>
            <a:ext cx="7813224" cy="476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3. Results and Analysis 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– Bonolo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Masima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(WP 3 Lead)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601CB6-B976-07B1-3B57-5DACD59E7C99}"/>
              </a:ext>
            </a:extLst>
          </p:cNvPr>
          <p:cNvSpPr txBox="1">
            <a:spLocks/>
          </p:cNvSpPr>
          <p:nvPr/>
        </p:nvSpPr>
        <p:spPr>
          <a:xfrm>
            <a:off x="115930" y="5114386"/>
            <a:ext cx="7630344" cy="4766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4. Team Performance 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– Wang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Jinghao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(WP6 Lead)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F8FC743-9358-60E0-1931-ECC6628EA386}"/>
              </a:ext>
            </a:extLst>
          </p:cNvPr>
          <p:cNvSpPr txBox="1">
            <a:spLocks/>
          </p:cNvSpPr>
          <p:nvPr/>
        </p:nvSpPr>
        <p:spPr>
          <a:xfrm>
            <a:off x="93242" y="5778958"/>
            <a:ext cx="7767504" cy="476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5. Conclusions  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– Wang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Zefu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(WP 4 Lead)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724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3C42E-E6CD-D3D0-0874-455ADD08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8BBD876-F90A-5FA5-CA77-8084BA589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590" y="185934"/>
            <a:ext cx="3647410" cy="39988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D12706-08A8-15F2-DC56-EC124FDD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594" y="345721"/>
            <a:ext cx="6250794" cy="859684"/>
          </a:xfrm>
        </p:spPr>
        <p:txBody>
          <a:bodyPr anchor="ctr">
            <a:normAutofit/>
          </a:bodyPr>
          <a:lstStyle/>
          <a:p>
            <a:r>
              <a:rPr lang="en-IE" noProof="0">
                <a:solidFill>
                  <a:schemeClr val="tx1"/>
                </a:solidFill>
              </a:rPr>
              <a:t>Introduction: Project Requirements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A75087-10C7-AFB7-83B3-7856D81C8C3F}"/>
              </a:ext>
            </a:extLst>
          </p:cNvPr>
          <p:cNvSpPr txBox="1">
            <a:spLocks/>
          </p:cNvSpPr>
          <p:nvPr/>
        </p:nvSpPr>
        <p:spPr>
          <a:xfrm>
            <a:off x="115930" y="1580288"/>
            <a:ext cx="8133990" cy="49923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sz="2000" b="1" noProof="0">
                <a:solidFill>
                  <a:schemeClr val="tx1"/>
                </a:solidFill>
                <a:latin typeface="Arial"/>
                <a:cs typeface="Arial"/>
              </a:rPr>
              <a:t>Project Goal:</a:t>
            </a:r>
          </a:p>
          <a:p>
            <a:pPr marL="457200" indent="-457200">
              <a:buFont typeface="+mj-lt"/>
              <a:buAutoNum type="arabicPeriod"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Develop a simulation of 2 </a:t>
            </a: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Robocup</a:t>
            </a: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 teams and their playing environment, and use this simulation to design, develop, and optimise the behavioural algorithms for those teams</a:t>
            </a:r>
          </a:p>
          <a:p>
            <a:pPr marL="457200" indent="-457200">
              <a:buFont typeface="+mj-lt"/>
              <a:buAutoNum type="arabicPeriod"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Test the optimised behavioural algorithms we developed on hardware.</a:t>
            </a:r>
          </a:p>
          <a:p>
            <a:pPr marL="0" indent="0">
              <a:buNone/>
            </a:pPr>
            <a:endParaRPr lang="en-IE" sz="2000" noProof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E" sz="2000" b="1" noProof="0">
                <a:solidFill>
                  <a:schemeClr val="tx1"/>
                </a:solidFill>
                <a:latin typeface="Arial"/>
                <a:cs typeface="Arial"/>
              </a:rPr>
              <a:t>Requirements Summary: </a:t>
            </a:r>
          </a:p>
          <a:p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2 teams of 4 NAO6 robots each with 3 behaviours: Goalkeeper, Defender, Striker</a:t>
            </a:r>
          </a:p>
          <a:p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Follow the general rules of soccer as outlined by RoboCup</a:t>
            </a:r>
          </a:p>
          <a:p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Totally autonomous with ability to react to state of play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49B5D1-E92C-0659-093B-B353A2135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668" y="4184755"/>
            <a:ext cx="3710332" cy="261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36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6D11-8D2E-DA4D-98A2-908011AD7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>
                <a:solidFill>
                  <a:schemeClr val="tx1"/>
                </a:solidFill>
              </a:rPr>
              <a:t>Introduction: Project Structure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FB68BF-1927-218C-9B32-8AA2F96C443E}"/>
              </a:ext>
            </a:extLst>
          </p:cNvPr>
          <p:cNvSpPr/>
          <p:nvPr/>
        </p:nvSpPr>
        <p:spPr>
          <a:xfrm>
            <a:off x="741517" y="2410562"/>
            <a:ext cx="1738487" cy="12845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E" sz="2000" noProof="0"/>
              <a:t>Project management and</a:t>
            </a:r>
            <a:r>
              <a:rPr lang="en-IE" sz="2000" noProof="0">
                <a:ea typeface="Calibri"/>
                <a:cs typeface="Calibri"/>
              </a:rPr>
              <a:t> Specification 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19C521-73AB-66A0-3684-A7ADA104C9C8}"/>
              </a:ext>
            </a:extLst>
          </p:cNvPr>
          <p:cNvSpPr/>
          <p:nvPr/>
        </p:nvSpPr>
        <p:spPr>
          <a:xfrm>
            <a:off x="2597556" y="2410561"/>
            <a:ext cx="1738487" cy="1284522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E" sz="2000" noProof="0"/>
              <a:t>Simulation</a:t>
            </a:r>
            <a:r>
              <a:rPr lang="en-IE" sz="2400" noProof="0"/>
              <a:t> </a:t>
            </a:r>
            <a:r>
              <a:rPr lang="en-IE" sz="2000" noProof="0"/>
              <a:t>Environment</a:t>
            </a:r>
          </a:p>
          <a:p>
            <a:pPr algn="ctr"/>
            <a:r>
              <a:rPr lang="en-IE" sz="2000" noProof="0">
                <a:ea typeface="Calibri"/>
                <a:cs typeface="Calibri"/>
              </a:rPr>
              <a:t>Development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41813F3-316A-F6C4-E17E-E0CFAFCAA243}"/>
              </a:ext>
            </a:extLst>
          </p:cNvPr>
          <p:cNvSpPr/>
          <p:nvPr/>
        </p:nvSpPr>
        <p:spPr>
          <a:xfrm>
            <a:off x="4453595" y="2410561"/>
            <a:ext cx="1738487" cy="1284523"/>
          </a:xfrm>
          <a:prstGeom prst="roundRect">
            <a:avLst/>
          </a:prstGeom>
          <a:solidFill>
            <a:srgbClr val="CF1C2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E" sz="2000" noProof="0">
                <a:ea typeface="Calibri"/>
                <a:cs typeface="Calibri"/>
              </a:rPr>
              <a:t>Guidance and Control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4AF96C-F411-E651-5B6B-15F0D111E03E}"/>
              </a:ext>
            </a:extLst>
          </p:cNvPr>
          <p:cNvSpPr/>
          <p:nvPr/>
        </p:nvSpPr>
        <p:spPr>
          <a:xfrm>
            <a:off x="6309634" y="2410561"/>
            <a:ext cx="1738487" cy="1284523"/>
          </a:xfrm>
          <a:prstGeom prst="roundRect">
            <a:avLst/>
          </a:prstGeom>
          <a:solidFill>
            <a:srgbClr val="CF1C2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E" sz="2000" noProof="0">
                <a:ea typeface="Calibri"/>
                <a:cs typeface="Calibri"/>
              </a:rPr>
              <a:t>Behavioural</a:t>
            </a:r>
          </a:p>
          <a:p>
            <a:pPr algn="ctr"/>
            <a:r>
              <a:rPr lang="en-IE" sz="2000" noProof="0">
                <a:ea typeface="Calibri"/>
                <a:cs typeface="Calibri"/>
              </a:rPr>
              <a:t>Algorithms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D41E7D-5DED-91D8-FC57-E169C5EBD739}"/>
              </a:ext>
            </a:extLst>
          </p:cNvPr>
          <p:cNvSpPr/>
          <p:nvPr/>
        </p:nvSpPr>
        <p:spPr>
          <a:xfrm>
            <a:off x="8165673" y="2410561"/>
            <a:ext cx="1738487" cy="1284523"/>
          </a:xfrm>
          <a:prstGeom prst="roundRect">
            <a:avLst/>
          </a:prstGeom>
          <a:solidFill>
            <a:srgbClr val="9512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E" sz="2000" noProof="0">
                <a:ea typeface="Calibri"/>
                <a:cs typeface="Calibri"/>
              </a:rPr>
              <a:t>Integration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0F82D5-26E0-6EE9-896C-622F89BDC486}"/>
              </a:ext>
            </a:extLst>
          </p:cNvPr>
          <p:cNvSpPr/>
          <p:nvPr/>
        </p:nvSpPr>
        <p:spPr>
          <a:xfrm>
            <a:off x="10021712" y="2410564"/>
            <a:ext cx="1738487" cy="1284523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noProof="0"/>
              <a:t>Testing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260F61E-AACE-F665-F25E-9968C3A3AF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3133" y="1647158"/>
            <a:ext cx="11949568" cy="888786"/>
          </a:xfrm>
        </p:spPr>
        <p:txBody>
          <a:bodyPr/>
          <a:lstStyle/>
          <a:p>
            <a:r>
              <a:rPr lang="en-IE" sz="200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Six individual work packages (WPs): </a:t>
            </a:r>
            <a:r>
              <a:rPr lang="en-IE" sz="2000" noProof="0">
                <a:solidFill>
                  <a:schemeClr val="accent1"/>
                </a:solidFill>
              </a:rPr>
              <a:t>Full Project, </a:t>
            </a:r>
            <a:r>
              <a:rPr lang="en-IE" sz="2000" noProof="0">
                <a:solidFill>
                  <a:schemeClr val="accent3"/>
                </a:solidFill>
              </a:rPr>
              <a:t>Simulation Phase, </a:t>
            </a:r>
            <a:r>
              <a:rPr lang="en-IE" sz="2000" noProof="0">
                <a:solidFill>
                  <a:schemeClr val="accent6"/>
                </a:solidFill>
              </a:rPr>
              <a:t>Hardware Phase</a:t>
            </a:r>
            <a:endParaRPr lang="en-IE" sz="2000" noProof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E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3D44E86-6924-D648-A5DC-EDF5769CBEA4}"/>
              </a:ext>
            </a:extLst>
          </p:cNvPr>
          <p:cNvSpPr txBox="1">
            <a:spLocks/>
          </p:cNvSpPr>
          <p:nvPr/>
        </p:nvSpPr>
        <p:spPr>
          <a:xfrm>
            <a:off x="273133" y="4784057"/>
            <a:ext cx="11487066" cy="20216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000" noProof="0">
                <a:solidFill>
                  <a:schemeClr val="tx1"/>
                </a:solidFill>
              </a:rPr>
              <a:t>Project Manager handles non-technical project tasks</a:t>
            </a:r>
          </a:p>
          <a:p>
            <a:r>
              <a:rPr lang="en-IE" sz="2000" noProof="0">
                <a:solidFill>
                  <a:schemeClr val="tx1"/>
                </a:solidFill>
              </a:rPr>
              <a:t>All team members lead one WP and will assist with others</a:t>
            </a:r>
          </a:p>
          <a:p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Each </a:t>
            </a: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workpackage</a:t>
            </a: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 has tasks and deliverables assigned at beginning of project which fed project plan</a:t>
            </a:r>
          </a:p>
          <a:p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Project did not advance into hardware phase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7401A-E516-6BCD-7C6B-6561C5CAA497}"/>
              </a:ext>
            </a:extLst>
          </p:cNvPr>
          <p:cNvSpPr txBox="1">
            <a:spLocks/>
          </p:cNvSpPr>
          <p:nvPr/>
        </p:nvSpPr>
        <p:spPr>
          <a:xfrm>
            <a:off x="47718" y="3874707"/>
            <a:ext cx="938875" cy="412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sz="2000" b="1" noProof="0">
                <a:solidFill>
                  <a:schemeClr val="tx1"/>
                </a:solidFill>
                <a:latin typeface="Arial"/>
                <a:cs typeface="Arial"/>
              </a:rPr>
              <a:t>Lead:</a:t>
            </a:r>
            <a:endParaRPr lang="en-IE" sz="20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E9420A9-EF4F-F091-8306-E3C7FE48BEF8}"/>
              </a:ext>
            </a:extLst>
          </p:cNvPr>
          <p:cNvSpPr txBox="1">
            <a:spLocks/>
          </p:cNvSpPr>
          <p:nvPr/>
        </p:nvSpPr>
        <p:spPr>
          <a:xfrm>
            <a:off x="2354346" y="3874707"/>
            <a:ext cx="2224905" cy="3254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Jie Shu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0FCA233-1AEE-184E-8B5A-1390139C6237}"/>
              </a:ext>
            </a:extLst>
          </p:cNvPr>
          <p:cNvSpPr txBox="1">
            <a:spLocks/>
          </p:cNvSpPr>
          <p:nvPr/>
        </p:nvSpPr>
        <p:spPr>
          <a:xfrm>
            <a:off x="4560402" y="3762097"/>
            <a:ext cx="1524871" cy="6963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Bonolo </a:t>
            </a: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Masima</a:t>
            </a:r>
            <a:endParaRPr lang="en-IE" sz="20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2327E4C-6DA3-D947-08AB-217001FECCF3}"/>
              </a:ext>
            </a:extLst>
          </p:cNvPr>
          <p:cNvSpPr txBox="1">
            <a:spLocks/>
          </p:cNvSpPr>
          <p:nvPr/>
        </p:nvSpPr>
        <p:spPr>
          <a:xfrm>
            <a:off x="6416441" y="3816112"/>
            <a:ext cx="1524871" cy="3254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Wang </a:t>
            </a: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Zefu</a:t>
            </a:r>
            <a:endParaRPr lang="en-IE" sz="20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E1FFFC-A325-5863-8368-025E52C177F5}"/>
              </a:ext>
            </a:extLst>
          </p:cNvPr>
          <p:cNvSpPr txBox="1">
            <a:spLocks/>
          </p:cNvSpPr>
          <p:nvPr/>
        </p:nvSpPr>
        <p:spPr>
          <a:xfrm>
            <a:off x="8277750" y="3762097"/>
            <a:ext cx="1524871" cy="3254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Chengjie</a:t>
            </a: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 Hao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9E431A0-F986-5F6A-92FD-7780F785F140}"/>
              </a:ext>
            </a:extLst>
          </p:cNvPr>
          <p:cNvSpPr txBox="1">
            <a:spLocks/>
          </p:cNvSpPr>
          <p:nvPr/>
        </p:nvSpPr>
        <p:spPr>
          <a:xfrm>
            <a:off x="10133789" y="3762096"/>
            <a:ext cx="1524871" cy="6963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Wang </a:t>
            </a: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Jinghao</a:t>
            </a:r>
            <a:endParaRPr lang="en-IE" sz="20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AD8614-3DE8-7132-9402-E187F9D2B7A3}"/>
              </a:ext>
            </a:extLst>
          </p:cNvPr>
          <p:cNvSpPr txBox="1"/>
          <p:nvPr/>
        </p:nvSpPr>
        <p:spPr>
          <a:xfrm>
            <a:off x="900942" y="3816112"/>
            <a:ext cx="141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Ciaran Breen</a:t>
            </a:r>
            <a:endParaRPr lang="en-IE" sz="2000" noProof="0"/>
          </a:p>
        </p:txBody>
      </p:sp>
    </p:spTree>
    <p:extLst>
      <p:ext uri="{BB962C8B-B14F-4D97-AF65-F5344CB8AC3E}">
        <p14:creationId xmlns:p14="http://schemas.microsoft.com/office/powerpoint/2010/main" val="1931213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0487-4DD7-39CE-3E87-46361E51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E8C1-722C-76F6-22BE-D976EE051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  <a:latin typeface="Arial"/>
                <a:cs typeface="Arial"/>
              </a:rPr>
              <a:t>Methodology (3D)</a:t>
            </a:r>
            <a:endParaRPr lang="en-IE" sz="4800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457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77447-A023-C689-C037-EE9E482E5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CC40364-A24B-9BB5-CCA5-33FDE879B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等线 Light"/>
                <a:cs typeface="Arial"/>
              </a:rPr>
              <a:t>Model Creation And Validation</a:t>
            </a:r>
            <a:endParaRPr lang="zh-CN" alt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A75087-10C7-AFB7-83B3-7856D81C8C3F}"/>
              </a:ext>
            </a:extLst>
          </p:cNvPr>
          <p:cNvSpPr txBox="1">
            <a:spLocks/>
          </p:cNvSpPr>
          <p:nvPr/>
        </p:nvSpPr>
        <p:spPr>
          <a:xfrm>
            <a:off x="115930" y="1580288"/>
            <a:ext cx="6397340" cy="49923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IE" sz="2000" b="1">
                <a:solidFill>
                  <a:schemeClr val="tx1"/>
                </a:solidFill>
                <a:latin typeface="Arial"/>
                <a:cs typeface="Arial"/>
              </a:rPr>
              <a:t>Model Creation</a:t>
            </a:r>
            <a:endParaRPr lang="zh-CN"/>
          </a:p>
          <a:p>
            <a:pPr>
              <a:buFont typeface="Arial"/>
              <a:buChar char="•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Built the NAO6 robot model in the </a:t>
            </a:r>
            <a:r>
              <a:rPr lang="en-IE" sz="2000" err="1">
                <a:solidFill>
                  <a:schemeClr val="tx1"/>
                </a:solidFill>
                <a:latin typeface="Arial"/>
                <a:cs typeface="Arial"/>
              </a:rPr>
              <a:t>Webots</a:t>
            </a: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3D environment </a:t>
            </a:r>
            <a:endParaRPr lang="en-IE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Configured the simulation scene with robot, ball, and pitch </a:t>
            </a:r>
            <a:endParaRPr lang="en-IE"/>
          </a:p>
          <a:p>
            <a:pPr>
              <a:buFont typeface="Arial"/>
              <a:buChar char="•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Used the </a:t>
            </a:r>
            <a:r>
              <a:rPr lang="en-IE" sz="2000" err="1">
                <a:solidFill>
                  <a:schemeClr val="tx1"/>
                </a:solidFill>
                <a:latin typeface="Arial"/>
                <a:cs typeface="Arial"/>
              </a:rPr>
              <a:t>Webots</a:t>
            </a: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physics engine to represent realistic motion constraints </a:t>
            </a:r>
            <a:endParaRPr lang="en-IE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sz="2000" b="1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None/>
            </a:pPr>
            <a:r>
              <a:rPr lang="en-IE" b="1"/>
              <a:t>Model Validation</a:t>
            </a:r>
            <a:endParaRPr lang="en-IE"/>
          </a:p>
          <a:p>
            <a:pPr>
              <a:buFont typeface="Arial"/>
              <a:buChar char="•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Verified robot motion behaviours in Webots</a:t>
            </a:r>
            <a:br>
              <a:rPr lang="en-IE" sz="2000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E" sz="2000" i="1">
                <a:solidFill>
                  <a:schemeClr val="tx1"/>
                </a:solidFill>
                <a:latin typeface="Arial"/>
                <a:cs typeface="Arial"/>
              </a:rPr>
              <a:t>(walking, turning, approaching the ball, kicking)</a:t>
            </a: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</a:t>
            </a:r>
            <a:endParaRPr lang="en-IE">
              <a:solidFill>
                <a:schemeClr val="tx1"/>
              </a:solidFill>
            </a:endParaRPr>
          </a:p>
          <a:p>
            <a:pPr>
              <a:buFont typeface="Arial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Observed that motion is </a:t>
            </a:r>
            <a:r>
              <a:rPr lang="en-IE" sz="2000" b="1">
                <a:solidFill>
                  <a:schemeClr val="tx1"/>
                </a:solidFill>
                <a:latin typeface="Arial"/>
                <a:cs typeface="Arial"/>
              </a:rPr>
              <a:t>physically consistent but slow</a:t>
            </a:r>
            <a:br>
              <a:rPr lang="en-IE" sz="2000" b="1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n-IE" sz="20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E" sz="2000" i="1">
                <a:solidFill>
                  <a:schemeClr val="tx1"/>
                </a:solidFill>
                <a:latin typeface="Arial"/>
                <a:cs typeface="Arial"/>
              </a:rPr>
              <a:t>(due to stability and simulation constraints)</a:t>
            </a: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</a:t>
            </a:r>
            <a:endParaRPr lang="en-IE">
              <a:solidFill>
                <a:schemeClr val="tx1"/>
              </a:solidFill>
            </a:endParaRPr>
          </a:p>
          <a:p>
            <a:pPr>
              <a:buFont typeface="Arial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Identified limitations for high-level behaviour testing</a:t>
            </a:r>
            <a:br>
              <a:rPr lang="en-IE" sz="2000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E" sz="2000" i="1">
                <a:solidFill>
                  <a:schemeClr val="tx1"/>
                </a:solidFill>
                <a:latin typeface="Arial"/>
                <a:cs typeface="Arial"/>
              </a:rPr>
              <a:t>(e.g., long execution time, reduced responsiveness)</a:t>
            </a:r>
            <a:endParaRPr lang="en-IE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sz="2000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sz="2000" b="1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7BBE941-D511-3FEB-0833-E4F1CF50A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829" y="1110512"/>
            <a:ext cx="4224204" cy="267586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9271AC5-8225-954B-84CD-A5D61667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875" y="4075814"/>
            <a:ext cx="4300902" cy="249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24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B51D5-66EF-FBD1-853E-5463AC341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1B3B3A9-7A62-F7DF-A922-A0F96FF2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b="0">
                <a:latin typeface="Arial"/>
                <a:ea typeface="等线 Light"/>
                <a:cs typeface="Arial"/>
              </a:rPr>
              <a:t>Controller Design</a:t>
            </a:r>
            <a:r>
              <a:rPr lang="zh-CN" altLang="en-US" b="0">
                <a:latin typeface="Arial"/>
                <a:ea typeface="等线 Light"/>
                <a:cs typeface="Arial"/>
              </a:rPr>
              <a:t> And Testing Results</a:t>
            </a:r>
            <a:endParaRPr 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18A933-F41B-515C-8DF7-2248BA0D41BC}"/>
              </a:ext>
            </a:extLst>
          </p:cNvPr>
          <p:cNvSpPr/>
          <p:nvPr/>
        </p:nvSpPr>
        <p:spPr>
          <a:xfrm>
            <a:off x="4295747" y="1396211"/>
            <a:ext cx="1658008" cy="705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  <a:cs typeface="Calibri"/>
              </a:rPr>
              <a:t>Detect Ball</a:t>
            </a: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CE7F5E-DB8A-70EA-33DB-5536C392BBFA}"/>
              </a:ext>
            </a:extLst>
          </p:cNvPr>
          <p:cNvSpPr/>
          <p:nvPr/>
        </p:nvSpPr>
        <p:spPr>
          <a:xfrm>
            <a:off x="4295747" y="2484572"/>
            <a:ext cx="1658008" cy="705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>
                <a:ea typeface="等线"/>
                <a:cs typeface="Calibri"/>
              </a:rPr>
              <a:t>Turn to Target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8D7414-F2A4-E58A-DE88-2E3821D6D9DF}"/>
              </a:ext>
            </a:extLst>
          </p:cNvPr>
          <p:cNvSpPr/>
          <p:nvPr/>
        </p:nvSpPr>
        <p:spPr>
          <a:xfrm>
            <a:off x="4295747" y="3572931"/>
            <a:ext cx="1658008" cy="705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>
                <a:ea typeface="等线"/>
                <a:cs typeface="Calibri"/>
              </a:rPr>
              <a:t>Walk Forward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18A933-F41B-515C-8DF7-2248BA0D41BC}"/>
              </a:ext>
            </a:extLst>
          </p:cNvPr>
          <p:cNvSpPr/>
          <p:nvPr/>
        </p:nvSpPr>
        <p:spPr>
          <a:xfrm>
            <a:off x="4295747" y="4655385"/>
            <a:ext cx="1658008" cy="705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>
                <a:ea typeface="等线"/>
                <a:cs typeface="Calibri"/>
              </a:rPr>
              <a:t>Stop &amp; Align</a:t>
            </a:r>
            <a:endParaRPr lang="zh-CN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9A0C46-2AF1-E934-8503-FD2DA315A126}"/>
              </a:ext>
            </a:extLst>
          </p:cNvPr>
          <p:cNvSpPr/>
          <p:nvPr/>
        </p:nvSpPr>
        <p:spPr>
          <a:xfrm>
            <a:off x="4295747" y="5737839"/>
            <a:ext cx="1658008" cy="705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>
                <a:ea typeface="等线"/>
                <a:cs typeface="Calibri"/>
              </a:rPr>
              <a:t>Kick</a:t>
            </a:r>
            <a:endParaRPr lang="zh-CN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CC9F5FDD-DA4D-00DF-4F4E-DB0BD286E8C0}"/>
              </a:ext>
            </a:extLst>
          </p:cNvPr>
          <p:cNvSpPr/>
          <p:nvPr/>
        </p:nvSpPr>
        <p:spPr>
          <a:xfrm>
            <a:off x="4993983" y="2161095"/>
            <a:ext cx="290670" cy="261603"/>
          </a:xfrm>
          <a:prstGeom prst="down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08B4DCBD-9391-78A3-BF39-BCD624700B5B}"/>
              </a:ext>
            </a:extLst>
          </p:cNvPr>
          <p:cNvSpPr/>
          <p:nvPr/>
        </p:nvSpPr>
        <p:spPr>
          <a:xfrm>
            <a:off x="4993983" y="3246009"/>
            <a:ext cx="290670" cy="261603"/>
          </a:xfrm>
          <a:prstGeom prst="down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3C79945F-22A9-AB18-4B12-BE1E707A5B8C}"/>
              </a:ext>
            </a:extLst>
          </p:cNvPr>
          <p:cNvSpPr/>
          <p:nvPr/>
        </p:nvSpPr>
        <p:spPr>
          <a:xfrm>
            <a:off x="4993983" y="4330924"/>
            <a:ext cx="290670" cy="261603"/>
          </a:xfrm>
          <a:prstGeom prst="down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08B4DCBD-9391-78A3-BF39-BCD624700B5B}"/>
              </a:ext>
            </a:extLst>
          </p:cNvPr>
          <p:cNvSpPr/>
          <p:nvPr/>
        </p:nvSpPr>
        <p:spPr>
          <a:xfrm>
            <a:off x="4993983" y="5415838"/>
            <a:ext cx="290670" cy="261603"/>
          </a:xfrm>
          <a:prstGeom prst="down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2BA8373E-8537-18F8-74DA-81FF9BAE3EF4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0" r="17257" b="14244"/>
          <a:stretch>
            <a:fillRect/>
          </a:stretch>
        </p:blipFill>
        <p:spPr>
          <a:xfrm>
            <a:off x="6554298" y="1433454"/>
            <a:ext cx="2331982" cy="2205819"/>
          </a:xfrm>
          <a:prstGeom prst="rect">
            <a:avLst/>
          </a:prstGeom>
        </p:spPr>
      </p:pic>
      <p:pic>
        <p:nvPicPr>
          <p:cNvPr id="14" name="Picture 9">
            <a:extLst>
              <a:ext uri="{FF2B5EF4-FFF2-40B4-BE49-F238E27FC236}">
                <a16:creationId xmlns:a16="http://schemas.microsoft.com/office/drawing/2014/main" id="{67910631-C629-741B-07AE-B73102CF5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9" r="10910" b="13313"/>
          <a:stretch>
            <a:fillRect/>
          </a:stretch>
        </p:blipFill>
        <p:spPr>
          <a:xfrm>
            <a:off x="6552317" y="4115022"/>
            <a:ext cx="2405935" cy="219424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17E27AA-530A-69B1-A436-175E5DDCB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581" y="4113471"/>
            <a:ext cx="2575441" cy="222249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E147984-BE92-C09C-D227-4780C307C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0581" y="1425797"/>
            <a:ext cx="2575441" cy="2204779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984C315-57BE-8491-9AB7-D44D5634D6F9}"/>
              </a:ext>
            </a:extLst>
          </p:cNvPr>
          <p:cNvSpPr txBox="1">
            <a:spLocks/>
          </p:cNvSpPr>
          <p:nvPr/>
        </p:nvSpPr>
        <p:spPr>
          <a:xfrm>
            <a:off x="310860" y="1615730"/>
            <a:ext cx="3609248" cy="49923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Walking:</a:t>
            </a:r>
            <a:endParaRPr lang="en-US" altLang="zh-CN" sz="2600">
              <a:solidFill>
                <a:srgbClr val="003865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Max Stable Frequency: 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1.4 steps/s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Max Velocity: 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12 cm/s</a:t>
            </a:r>
            <a:endParaRPr lang="en-US" sz="2200">
              <a:solidFill>
                <a:srgbClr val="003865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Average Drift: ~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0.8 cm/m (@ max velocity)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rgbClr val="003865"/>
                </a:solidFill>
                <a:latin typeface="Calibri"/>
                <a:ea typeface="Calibri"/>
                <a:cs typeface="Calibri"/>
              </a:rPr>
              <a:t>Turning </a:t>
            </a:r>
            <a:r>
              <a:rPr lang="en-US" sz="26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(with PID balance control): </a:t>
            </a:r>
            <a:endParaRPr lang="en-US" sz="26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Average Yaw Speed: 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0.424 rad/s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Max Yaw Speed: 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0.831 rad/s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Kicking:</a:t>
            </a:r>
            <a:endParaRPr lang="en-US" sz="26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Kick Distance: ~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1.3m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Recovery from fall:</a:t>
            </a:r>
            <a:endParaRPr lang="en-US" sz="26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Recovery Time: 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~26s (from lying on back)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32634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18E7-BB93-E66A-547E-3F654C0A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F664F-84D4-10F6-D7EA-1605874CE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  <a:latin typeface="Arial"/>
                <a:cs typeface="Arial"/>
              </a:rPr>
              <a:t>Methodology (2D)</a:t>
            </a:r>
            <a:endParaRPr lang="en-IE" sz="4800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745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How we</a:t>
            </a:r>
            <a:r>
              <a:rPr lang="en-US" altLang="zh-CN">
                <a:solidFill>
                  <a:schemeClr val="tx1"/>
                </a:solidFill>
                <a:latin typeface="Arial"/>
                <a:ea typeface="等线 Light"/>
                <a:cs typeface="Arial"/>
              </a:rPr>
              <a:t> develop a 2D model</a:t>
            </a:r>
            <a:endParaRPr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4" name="图片 3" descr="图片包含 地图&#10;&#10;AI 生成的内容可能不正确。">
            <a:extLst>
              <a:ext uri="{FF2B5EF4-FFF2-40B4-BE49-F238E27FC236}">
                <a16:creationId xmlns:a16="http://schemas.microsoft.com/office/drawing/2014/main" id="{8AB51D6C-B315-B02D-DEF5-500B2152B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629" y="1638832"/>
            <a:ext cx="3350444" cy="2188183"/>
          </a:xfrm>
          <a:prstGeom prst="rect">
            <a:avLst/>
          </a:prstGeom>
        </p:spPr>
      </p:pic>
      <p:sp>
        <p:nvSpPr>
          <p:cNvPr id="6" name="TextBox 48">
            <a:extLst>
              <a:ext uri="{FF2B5EF4-FFF2-40B4-BE49-F238E27FC236}">
                <a16:creationId xmlns:a16="http://schemas.microsoft.com/office/drawing/2014/main" id="{5FEA1454-F47E-04D1-19FC-B80E27CAF67A}"/>
              </a:ext>
            </a:extLst>
          </p:cNvPr>
          <p:cNvSpPr txBox="1"/>
          <p:nvPr/>
        </p:nvSpPr>
        <p:spPr>
          <a:xfrm>
            <a:off x="508601" y="1910911"/>
            <a:ext cx="6096964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latin typeface="Arial"/>
                <a:cs typeface="Arial"/>
              </a:rPr>
              <a:t>Solution for the bottleneck we've met:</a:t>
            </a:r>
          </a:p>
          <a:p>
            <a:pPr marL="0" indent="0"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cs typeface="Arial"/>
              </a:rPr>
              <a:t>2D Simulation </a:t>
            </a:r>
            <a:r>
              <a:rPr lang="en-US" sz="2000">
                <a:latin typeface="Arial"/>
                <a:cs typeface="Arial"/>
              </a:rPr>
              <a:t>for behavioral development</a:t>
            </a:r>
          </a:p>
          <a:p>
            <a:pPr marL="0" indent="0">
              <a:buNone/>
            </a:pP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>
                <a:latin typeface="Arial"/>
                <a:cs typeface="Arial"/>
              </a:rPr>
              <a:t>Much quicker to run simulations</a:t>
            </a:r>
          </a:p>
          <a:p>
            <a:pPr marL="342900" indent="-342900">
              <a:buAutoNum type="arabicPeriod"/>
            </a:pPr>
            <a:endParaRPr lang="en-US" sz="2000">
              <a:latin typeface="Arial"/>
              <a:cs typeface="Arial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>
                <a:latin typeface="Arial"/>
                <a:cs typeface="Arial"/>
              </a:rPr>
              <a:t>Start behavioral development while continually updating with kinematic parameters from 3D</a:t>
            </a:r>
          </a:p>
        </p:txBody>
      </p:sp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CC549D80-5488-56CA-B3CD-880F6BD04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080" y="4104640"/>
            <a:ext cx="342392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4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21AD2-EA1B-0EFE-73AA-D3FA3877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A7CF7-434B-5EBE-4B38-2B1A61608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446" y="509088"/>
            <a:ext cx="9160163" cy="523026"/>
          </a:xfrm>
        </p:spPr>
        <p:txBody>
          <a:bodyPr/>
          <a:lstStyle/>
          <a:p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How we made the model realistic</a:t>
            </a: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: 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A8373E-8537-18F8-74DA-81FF9BAE3EF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0" r="17257" b="14244"/>
          <a:stretch>
            <a:fillRect/>
          </a:stretch>
        </p:blipFill>
        <p:spPr>
          <a:xfrm>
            <a:off x="4388795" y="1726959"/>
            <a:ext cx="2131797" cy="2031465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910631-C629-741B-07AE-B73102CF5B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9" r="10910" b="13313"/>
          <a:stretch>
            <a:fillRect/>
          </a:stretch>
        </p:blipFill>
        <p:spPr>
          <a:xfrm>
            <a:off x="4211986" y="4343668"/>
            <a:ext cx="2476268" cy="20605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A06231-5BEF-41B9-17DC-64169C8CD2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483" y="1519831"/>
            <a:ext cx="3893645" cy="25027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1D4A48F-57EE-230B-7BC0-206F66B353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11" y="4157195"/>
            <a:ext cx="3954788" cy="25831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9922BD-DCAF-1355-A329-5160D3F8D080}"/>
              </a:ext>
            </a:extLst>
          </p:cNvPr>
          <p:cNvSpPr txBox="1"/>
          <p:nvPr/>
        </p:nvSpPr>
        <p:spPr>
          <a:xfrm>
            <a:off x="6044522" y="1721691"/>
            <a:ext cx="65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/>
              <a:t>2X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10646-4837-1150-19E2-8DF036D357C0}"/>
              </a:ext>
            </a:extLst>
          </p:cNvPr>
          <p:cNvSpPr txBox="1"/>
          <p:nvPr/>
        </p:nvSpPr>
        <p:spPr>
          <a:xfrm>
            <a:off x="6323567" y="4329107"/>
            <a:ext cx="892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/>
              <a:t>2X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A05CB18-53B9-8EBA-A7F2-8FAAE4791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476226"/>
              </p:ext>
            </p:extLst>
          </p:nvPr>
        </p:nvGraphicFramePr>
        <p:xfrm>
          <a:off x="6766560" y="1412240"/>
          <a:ext cx="5255415" cy="5209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302">
                  <a:extLst>
                    <a:ext uri="{9D8B030D-6E8A-4147-A177-3AD203B41FA5}">
                      <a16:colId xmlns:a16="http://schemas.microsoft.com/office/drawing/2014/main" val="307696749"/>
                    </a:ext>
                  </a:extLst>
                </a:gridCol>
                <a:gridCol w="2144784">
                  <a:extLst>
                    <a:ext uri="{9D8B030D-6E8A-4147-A177-3AD203B41FA5}">
                      <a16:colId xmlns:a16="http://schemas.microsoft.com/office/drawing/2014/main" val="4210415174"/>
                    </a:ext>
                  </a:extLst>
                </a:gridCol>
                <a:gridCol w="1830329">
                  <a:extLst>
                    <a:ext uri="{9D8B030D-6E8A-4147-A177-3AD203B41FA5}">
                      <a16:colId xmlns:a16="http://schemas.microsoft.com/office/drawing/2014/main" val="4182588236"/>
                    </a:ext>
                  </a:extLst>
                </a:gridCol>
              </a:tblGrid>
              <a:tr h="847986">
                <a:tc>
                  <a:txBody>
                    <a:bodyPr/>
                    <a:lstStyle/>
                    <a:p>
                      <a:r>
                        <a:rPr lang="zh-CN" altLang="en-US" sz="20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64771"/>
                  </a:ext>
                </a:extLst>
              </a:tr>
              <a:tr h="457341">
                <a:tc rowSpan="3">
                  <a:txBody>
                    <a:bodyPr/>
                    <a:lstStyle/>
                    <a:p>
                      <a:r>
                        <a:rPr lang="zh-CN" altLang="en-US" sz="2000"/>
                        <a:t>Walking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Stable Frequency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  <a:cs typeface="Calibri"/>
                        </a:rPr>
                        <a:t>1.4 steps/s</a:t>
                      </a:r>
                      <a:endParaRPr lang="zh-CN" altLang="en-US" sz="2000" b="0" i="0" u="none" strike="noStrike" baseline="0" noProof="0">
                        <a:solidFill>
                          <a:srgbClr val="003865"/>
                        </a:solidFill>
                        <a:latin typeface="等线"/>
                        <a:ea typeface="等线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000555"/>
                  </a:ext>
                </a:extLst>
              </a:tr>
              <a:tr h="4287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Max Velocity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12 cm/s</a:t>
                      </a:r>
                      <a:endParaRPr lang="zh-C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100216"/>
                  </a:ext>
                </a:extLst>
              </a:tr>
              <a:tr h="60025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Average Drift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~0.8 cm/m (@ max velocity)</a:t>
                      </a:r>
                      <a:endParaRPr lang="zh-C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778749"/>
                  </a:ext>
                </a:extLst>
              </a:tr>
              <a:tr h="600259">
                <a:tc rowSpan="2">
                  <a:txBody>
                    <a:bodyPr/>
                    <a:lstStyle/>
                    <a:p>
                      <a:r>
                        <a:rPr lang="zh-CN" altLang="en-US" sz="2000"/>
                        <a:t>Turning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Average Yaw Speed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0.424 rad/s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433893"/>
                  </a:ext>
                </a:extLst>
              </a:tr>
              <a:tr h="4954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Max Yaw Speed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0.831 rad/s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432643"/>
                  </a:ext>
                </a:extLst>
              </a:tr>
              <a:tr h="447813">
                <a:tc>
                  <a:txBody>
                    <a:bodyPr/>
                    <a:lstStyle/>
                    <a:p>
                      <a:r>
                        <a:rPr lang="zh-CN" altLang="en-US" sz="2000"/>
                        <a:t>Kicking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Kick Distance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~1.3m</a:t>
                      </a:r>
                      <a:endParaRPr lang="zh-C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75534"/>
                  </a:ext>
                </a:extLst>
              </a:tr>
              <a:tr h="6002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altLang="en-US" sz="2000"/>
                        <a:t>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Recovery Time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~26s (from lying on back)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209556"/>
                  </a:ext>
                </a:extLst>
              </a:tr>
              <a:tr h="4287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altLang="en-US" sz="200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...</a:t>
                      </a:r>
                      <a:endParaRPr lang="zh-CN" sz="2000" b="0" i="0" u="none" strike="noStrike" baseline="0" noProof="0">
                        <a:solidFill>
                          <a:srgbClr val="003865"/>
                        </a:solidFill>
                        <a:latin typeface="等线"/>
                        <a:ea typeface="等线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...</a:t>
                      </a:r>
                      <a:endParaRPr lang="zh-CN" sz="2000" b="0" i="0" u="none" strike="noStrike" baseline="0" noProof="0">
                        <a:solidFill>
                          <a:srgbClr val="003865"/>
                        </a:solidFill>
                        <a:latin typeface="等线"/>
                        <a:ea typeface="等线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825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197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5A3FE-37AF-2BCA-94AF-7A72752F0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682F7-3326-B476-0C4A-44DE5711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chemeClr val="tx1"/>
                </a:solidFill>
                <a:latin typeface="Arial"/>
                <a:cs typeface="Arial"/>
              </a:rPr>
              <a:t>Behaviour</a:t>
            </a: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 Model &amp; Test</a:t>
            </a:r>
            <a:endParaRPr lang="zh-CN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0F64860-2169-35CE-AE18-42520B65EAF1}"/>
              </a:ext>
            </a:extLst>
          </p:cNvPr>
          <p:cNvSpPr txBox="1"/>
          <p:nvPr/>
        </p:nvSpPr>
        <p:spPr>
          <a:xfrm>
            <a:off x="792480" y="1965960"/>
            <a:ext cx="26619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err="1">
                <a:solidFill>
                  <a:srgbClr val="003865"/>
                </a:solidFill>
                <a:ea typeface="+mn-lt"/>
                <a:cs typeface="+mn-lt"/>
              </a:rPr>
              <a:t>Behaviour</a:t>
            </a:r>
            <a:r>
              <a:rPr lang="zh-CN" sz="2400" b="1">
                <a:solidFill>
                  <a:srgbClr val="003865"/>
                </a:solidFill>
                <a:ea typeface="+mn-lt"/>
                <a:cs typeface="+mn-lt"/>
              </a:rPr>
              <a:t> </a:t>
            </a:r>
            <a:r>
              <a:rPr lang="en-US" altLang="zh-CN" sz="2400" b="1">
                <a:solidFill>
                  <a:srgbClr val="003865"/>
                </a:solidFill>
                <a:ea typeface="+mn-lt"/>
                <a:cs typeface="+mn-lt"/>
              </a:rPr>
              <a:t>Pipeline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86E470-930F-AB59-F600-BE89A3435B65}"/>
              </a:ext>
            </a:extLst>
          </p:cNvPr>
          <p:cNvSpPr/>
          <p:nvPr/>
        </p:nvSpPr>
        <p:spPr>
          <a:xfrm>
            <a:off x="1483360" y="2631440"/>
            <a:ext cx="1219200" cy="284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1600">
                <a:ea typeface="等线"/>
                <a:cs typeface="Calibri"/>
              </a:rPr>
              <a:t>World state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99609B-6DC6-03E6-7759-523E6B461CD8}"/>
              </a:ext>
            </a:extLst>
          </p:cNvPr>
          <p:cNvSpPr/>
          <p:nvPr/>
        </p:nvSpPr>
        <p:spPr>
          <a:xfrm>
            <a:off x="1249679" y="3200400"/>
            <a:ext cx="1696720" cy="284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sz="1600">
                <a:ea typeface="+mn-lt"/>
                <a:cs typeface="+mn-lt"/>
              </a:rPr>
              <a:t>Decision Function</a:t>
            </a:r>
            <a:endParaRPr lang="zh-CN" sz="1600">
              <a:ea typeface="等线"/>
              <a:cs typeface="Calibr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B28A598-A218-9DF3-AB88-04106D8EF0CE}"/>
              </a:ext>
            </a:extLst>
          </p:cNvPr>
          <p:cNvSpPr/>
          <p:nvPr/>
        </p:nvSpPr>
        <p:spPr>
          <a:xfrm>
            <a:off x="1087118" y="3769359"/>
            <a:ext cx="2011680" cy="284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sz="1600">
                <a:ea typeface="+mn-lt"/>
                <a:cs typeface="+mn-lt"/>
              </a:rPr>
              <a:t>F</a:t>
            </a:r>
            <a:r>
              <a:rPr lang="en-US" altLang="zh-CN" sz="1600" err="1">
                <a:ea typeface="+mn-lt"/>
                <a:cs typeface="+mn-lt"/>
              </a:rPr>
              <a:t>i</a:t>
            </a:r>
            <a:r>
              <a:rPr lang="zh-CN" sz="1600">
                <a:ea typeface="+mn-lt"/>
                <a:cs typeface="+mn-lt"/>
              </a:rPr>
              <a:t>n</a:t>
            </a:r>
            <a:r>
              <a:rPr lang="en-US" altLang="zh-CN" sz="1600" err="1">
                <a:ea typeface="+mn-lt"/>
                <a:cs typeface="+mn-lt"/>
              </a:rPr>
              <a:t>ite</a:t>
            </a:r>
            <a:r>
              <a:rPr lang="zh-CN" sz="1600">
                <a:ea typeface="+mn-lt"/>
                <a:cs typeface="+mn-lt"/>
              </a:rPr>
              <a:t> </a:t>
            </a:r>
            <a:r>
              <a:rPr lang="en-US" altLang="zh-CN" sz="1600">
                <a:ea typeface="+mn-lt"/>
                <a:cs typeface="+mn-lt"/>
              </a:rPr>
              <a:t>State</a:t>
            </a:r>
            <a:r>
              <a:rPr lang="zh-CN" sz="1600">
                <a:ea typeface="+mn-lt"/>
                <a:cs typeface="+mn-lt"/>
              </a:rPr>
              <a:t> </a:t>
            </a:r>
            <a:r>
              <a:rPr lang="en-US" altLang="zh-CN" sz="1600">
                <a:ea typeface="+mn-lt"/>
                <a:cs typeface="+mn-lt"/>
              </a:rPr>
              <a:t>Ma</a:t>
            </a:r>
            <a:r>
              <a:rPr lang="zh-CN" sz="1600">
                <a:ea typeface="+mn-lt"/>
                <a:cs typeface="+mn-lt"/>
              </a:rPr>
              <a:t>c</a:t>
            </a:r>
            <a:r>
              <a:rPr lang="en-US" altLang="zh-CN" sz="1600">
                <a:ea typeface="+mn-lt"/>
                <a:cs typeface="+mn-lt"/>
              </a:rPr>
              <a:t>h</a:t>
            </a:r>
            <a:r>
              <a:rPr lang="zh-CN" sz="1600">
                <a:ea typeface="+mn-lt"/>
                <a:cs typeface="+mn-lt"/>
              </a:rPr>
              <a:t>in</a:t>
            </a:r>
            <a:r>
              <a:rPr lang="en-US" altLang="zh-CN" sz="1600">
                <a:ea typeface="+mn-lt"/>
                <a:cs typeface="+mn-lt"/>
              </a:rPr>
              <a:t>e</a:t>
            </a:r>
            <a:endParaRPr lang="zh-CN" altLang="en-US" sz="1600">
              <a:ea typeface="+mn-lt"/>
              <a:cs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28CC8CB-03F6-4510-EEC8-2D43551FA7F3}"/>
              </a:ext>
            </a:extLst>
          </p:cNvPr>
          <p:cNvSpPr/>
          <p:nvPr/>
        </p:nvSpPr>
        <p:spPr>
          <a:xfrm>
            <a:off x="1361437" y="4338318"/>
            <a:ext cx="1422400" cy="284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1600">
                <a:ea typeface="+mn-lt"/>
                <a:cs typeface="+mn-lt"/>
              </a:rPr>
              <a:t>A</a:t>
            </a:r>
            <a:r>
              <a:rPr lang="zh-CN" sz="1600">
                <a:ea typeface="+mn-lt"/>
                <a:cs typeface="+mn-lt"/>
              </a:rPr>
              <a:t>c</a:t>
            </a:r>
            <a:r>
              <a:rPr lang="en-US" altLang="zh-CN" sz="1600">
                <a:ea typeface="+mn-lt"/>
                <a:cs typeface="+mn-lt"/>
              </a:rPr>
              <a:t>t</a:t>
            </a:r>
            <a:r>
              <a:rPr lang="zh-CN" sz="1600">
                <a:ea typeface="+mn-lt"/>
                <a:cs typeface="+mn-lt"/>
              </a:rPr>
              <a:t>ion </a:t>
            </a:r>
            <a:r>
              <a:rPr lang="en-US" altLang="zh-CN" sz="1600" err="1">
                <a:ea typeface="+mn-lt"/>
                <a:cs typeface="+mn-lt"/>
              </a:rPr>
              <a:t>Outp</a:t>
            </a:r>
            <a:r>
              <a:rPr lang="zh-CN" sz="1600">
                <a:ea typeface="+mn-lt"/>
                <a:cs typeface="+mn-lt"/>
              </a:rPr>
              <a:t>ut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9F6917C-CA2C-9817-DD22-0B1233A2F392}"/>
              </a:ext>
            </a:extLst>
          </p:cNvPr>
          <p:cNvSpPr/>
          <p:nvPr/>
        </p:nvSpPr>
        <p:spPr>
          <a:xfrm>
            <a:off x="1341116" y="4907277"/>
            <a:ext cx="1513840" cy="284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1600">
                <a:ea typeface="+mn-lt"/>
                <a:cs typeface="+mn-lt"/>
              </a:rPr>
              <a:t>Robot</a:t>
            </a:r>
            <a:r>
              <a:rPr lang="zh-CN" sz="1600">
                <a:ea typeface="+mn-lt"/>
                <a:cs typeface="+mn-lt"/>
              </a:rPr>
              <a:t> </a:t>
            </a:r>
            <a:r>
              <a:rPr lang="en-US" altLang="zh-CN" sz="1600">
                <a:ea typeface="+mn-lt"/>
                <a:cs typeface="+mn-lt"/>
              </a:rPr>
              <a:t>M</a:t>
            </a:r>
            <a:r>
              <a:rPr lang="zh-CN" sz="1600">
                <a:ea typeface="+mn-lt"/>
                <a:cs typeface="+mn-lt"/>
              </a:rPr>
              <a:t>otion</a:t>
            </a:r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3F64F4FB-8E7F-ADB8-0C7C-0EB7D35132D3}"/>
              </a:ext>
            </a:extLst>
          </p:cNvPr>
          <p:cNvSpPr/>
          <p:nvPr/>
        </p:nvSpPr>
        <p:spPr>
          <a:xfrm>
            <a:off x="2021840" y="2915920"/>
            <a:ext cx="152400" cy="284480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2F652ABB-DDB7-468C-1694-495502A7DF56}"/>
              </a:ext>
            </a:extLst>
          </p:cNvPr>
          <p:cNvSpPr/>
          <p:nvPr/>
        </p:nvSpPr>
        <p:spPr>
          <a:xfrm>
            <a:off x="2021839" y="3484879"/>
            <a:ext cx="152400" cy="284480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EF5ACA15-9988-E749-68E6-7AFD7614D7A9}"/>
              </a:ext>
            </a:extLst>
          </p:cNvPr>
          <p:cNvSpPr/>
          <p:nvPr/>
        </p:nvSpPr>
        <p:spPr>
          <a:xfrm>
            <a:off x="2021838" y="4053838"/>
            <a:ext cx="152400" cy="284480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id="{CD0C7404-81F9-DD7A-EC13-F7C8B4BF47E3}"/>
              </a:ext>
            </a:extLst>
          </p:cNvPr>
          <p:cNvSpPr/>
          <p:nvPr/>
        </p:nvSpPr>
        <p:spPr>
          <a:xfrm>
            <a:off x="2021837" y="4622797"/>
            <a:ext cx="152400" cy="284480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68D39AE-7587-9197-1569-6356AD705CA5}"/>
              </a:ext>
            </a:extLst>
          </p:cNvPr>
          <p:cNvCxnSpPr/>
          <p:nvPr/>
        </p:nvCxnSpPr>
        <p:spPr>
          <a:xfrm>
            <a:off x="4277360" y="1554480"/>
            <a:ext cx="30480" cy="486664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3AF2A6E-0391-FD11-6DBD-3A25BB7B6707}"/>
              </a:ext>
            </a:extLst>
          </p:cNvPr>
          <p:cNvSpPr txBox="1">
            <a:spLocks/>
          </p:cNvSpPr>
          <p:nvPr/>
        </p:nvSpPr>
        <p:spPr>
          <a:xfrm>
            <a:off x="4535531" y="3852041"/>
            <a:ext cx="2387783" cy="4563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sz="2600" b="1">
                <a:solidFill>
                  <a:srgbClr val="003865"/>
                </a:solidFill>
                <a:latin typeface="+mn-lt"/>
                <a:ea typeface="+mn-lt"/>
                <a:cs typeface="+mn-lt"/>
              </a:rPr>
              <a:t>Testing  method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A4876B2-6CD8-D46E-7E0A-6BA7E03E13D6}"/>
              </a:ext>
            </a:extLst>
          </p:cNvPr>
          <p:cNvSpPr txBox="1">
            <a:spLocks/>
          </p:cNvSpPr>
          <p:nvPr/>
        </p:nvSpPr>
        <p:spPr>
          <a:xfrm>
            <a:off x="4535531" y="1515241"/>
            <a:ext cx="3393623" cy="4563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sz="2600" b="1">
                <a:solidFill>
                  <a:srgbClr val="003865"/>
                </a:solidFill>
                <a:latin typeface="+mn-lt"/>
                <a:ea typeface="+mn-lt"/>
                <a:cs typeface="+mn-lt"/>
              </a:rPr>
              <a:t>FSM Implementation</a:t>
            </a:r>
            <a:endParaRPr lang="zh-CN" altLang="en-US" sz="2600" b="1">
              <a:solidFill>
                <a:srgbClr val="00386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D4AD97-3159-A342-4EAA-8613C4A1A636}"/>
              </a:ext>
            </a:extLst>
          </p:cNvPr>
          <p:cNvSpPr txBox="1"/>
          <p:nvPr/>
        </p:nvSpPr>
        <p:spPr>
          <a:xfrm>
            <a:off x="4531360" y="2128520"/>
            <a:ext cx="656336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2000"/>
              <a:t>State-based control (move, kick, defend, recover) </a:t>
            </a:r>
            <a:endParaRPr lang="en-US" sz="20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/>
              <a:t>Condition-based transitions (distance, possession, context) </a:t>
            </a:r>
            <a:endParaRPr lang="en-US" sz="20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/>
              <a:t>Role-specific </a:t>
            </a:r>
            <a:r>
              <a:rPr lang="en-US" sz="2000" err="1"/>
              <a:t>behaviours</a:t>
            </a:r>
            <a:r>
              <a:rPr lang="en-US" sz="2000"/>
              <a:t> (attacker / defender / goalkeeper)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C5EECD1-3384-F2D3-B19C-E59DB6AB9699}"/>
              </a:ext>
            </a:extLst>
          </p:cNvPr>
          <p:cNvSpPr txBox="1"/>
          <p:nvPr/>
        </p:nvSpPr>
        <p:spPr>
          <a:xfrm>
            <a:off x="4531360" y="4414520"/>
            <a:ext cx="6096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2000">
                <a:solidFill>
                  <a:srgbClr val="FF0000"/>
                </a:solidFill>
              </a:rPr>
              <a:t>One-variable-at-a-time</a:t>
            </a:r>
            <a:r>
              <a:rPr lang="en-US" sz="2000"/>
              <a:t> testing </a:t>
            </a:r>
            <a:endParaRPr lang="en-US" sz="20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/>
              <a:t>Measure performance (goals, possession, stability) </a:t>
            </a:r>
            <a:endParaRPr lang="en-US" sz="20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/>
              <a:t>Enables clear and reproducible tuning</a:t>
            </a:r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24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2509-1C9B-6C82-78D6-BB56D0AD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E9790-948A-5DBF-2595-657459B8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</a:rPr>
              <a:t>Results and Analysis</a:t>
            </a:r>
          </a:p>
        </p:txBody>
      </p:sp>
    </p:spTree>
    <p:extLst>
      <p:ext uri="{BB962C8B-B14F-4D97-AF65-F5344CB8AC3E}">
        <p14:creationId xmlns:p14="http://schemas.microsoft.com/office/powerpoint/2010/main" val="1803348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FFB2F-D71B-29AC-D5A3-85A220025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D28B51A-B16E-5987-2189-5D178651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Suggested Structure</a:t>
            </a:r>
            <a:endParaRPr lang="en-IE" noProof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554D9-6D40-FF6A-1DA4-E2015A93B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10920627" cy="45682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From guidelines: Required results to illustrate completion of each stage and discussion of the analysis of these results. (Just focus on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behavior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 I think)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Description of metrics being analysed – why are they important</a:t>
            </a: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Results of parameter optimisation tests</a:t>
            </a: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Final simulation of games. Baseline vs Optimized (static), Optimised (static) vs Optimised (Dynamic)</a:t>
            </a: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Analysis – which parameters are significant to performance? Does dynamic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behavior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help? 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002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666D6-3486-3882-C345-964198ABC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3350B-A9D3-202A-FBF6-846015AF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</a:rPr>
              <a:t>Team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3365621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文本框 240">
            <a:extLst>
              <a:ext uri="{FF2B5EF4-FFF2-40B4-BE49-F238E27FC236}">
                <a16:creationId xmlns:a16="http://schemas.microsoft.com/office/drawing/2014/main" id="{DDDF4F8A-C2BF-A008-F7F0-0A07593E34ED}"/>
              </a:ext>
            </a:extLst>
          </p:cNvPr>
          <p:cNvSpPr txBox="1"/>
          <p:nvPr/>
        </p:nvSpPr>
        <p:spPr>
          <a:xfrm>
            <a:off x="2635713" y="6263871"/>
            <a:ext cx="15541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等线"/>
                <a:cs typeface="Calibri"/>
              </a:rPr>
              <a:t>Our GitHub</a:t>
            </a:r>
            <a:endParaRPr lang="zh-CN" altLang="en-US"/>
          </a:p>
        </p:txBody>
      </p:sp>
      <p:pic>
        <p:nvPicPr>
          <p:cNvPr id="242" name="图片 241" descr="图形用户界面, 文本, 电子邮件&#10;&#10;AI 生成的内容可能不正确。">
            <a:extLst>
              <a:ext uri="{FF2B5EF4-FFF2-40B4-BE49-F238E27FC236}">
                <a16:creationId xmlns:a16="http://schemas.microsoft.com/office/drawing/2014/main" id="{91E3BA51-5148-FEF9-D958-4D2590341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59" y="1461806"/>
            <a:ext cx="6004672" cy="4606739"/>
          </a:xfrm>
          <a:prstGeom prst="rect">
            <a:avLst/>
          </a:prstGeom>
        </p:spPr>
      </p:pic>
      <p:graphicFrame>
        <p:nvGraphicFramePr>
          <p:cNvPr id="245" name="图示 244">
            <a:extLst>
              <a:ext uri="{FF2B5EF4-FFF2-40B4-BE49-F238E27FC236}">
                <a16:creationId xmlns:a16="http://schemas.microsoft.com/office/drawing/2014/main" id="{D6D0F90F-55DD-B232-A497-2BBED16059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1092076"/>
              </p:ext>
            </p:extLst>
          </p:nvPr>
        </p:nvGraphicFramePr>
        <p:xfrm>
          <a:off x="4964207" y="-2241"/>
          <a:ext cx="7776882" cy="6268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12" name="文本框 411">
            <a:extLst>
              <a:ext uri="{FF2B5EF4-FFF2-40B4-BE49-F238E27FC236}">
                <a16:creationId xmlns:a16="http://schemas.microsoft.com/office/drawing/2014/main" id="{9407DAA2-8A86-86D3-DCFF-80E26E528F1B}"/>
              </a:ext>
            </a:extLst>
          </p:cNvPr>
          <p:cNvSpPr txBox="1"/>
          <p:nvPr/>
        </p:nvSpPr>
        <p:spPr>
          <a:xfrm>
            <a:off x="7686527" y="6446062"/>
            <a:ext cx="25341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>
                <a:ea typeface="+mn-lt"/>
                <a:cs typeface="+mn-lt"/>
              </a:rPr>
              <a:t>    </a:t>
            </a:r>
            <a:r>
              <a:rPr lang="zh-CN" altLang="en-US">
                <a:ea typeface="+mn-lt"/>
                <a:cs typeface="+mn-lt"/>
              </a:rPr>
              <a:t>         </a:t>
            </a:r>
            <a:r>
              <a:rPr lang="zh-CN">
                <a:ea typeface="+mn-lt"/>
                <a:cs typeface="+mn-lt"/>
              </a:rPr>
              <a:t>Workflow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142565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表, 条形图&#10;&#10;AI 生成的内容可能不正确。">
            <a:extLst>
              <a:ext uri="{FF2B5EF4-FFF2-40B4-BE49-F238E27FC236}">
                <a16:creationId xmlns:a16="http://schemas.microsoft.com/office/drawing/2014/main" id="{A00478F0-DD95-2471-32F4-B0910A072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74" y="1414743"/>
            <a:ext cx="1093470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17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307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2B747-FEC0-D41D-E885-D049DB174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8216AC1-941B-0458-9C38-E8DB15EF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Suggested Structure</a:t>
            </a:r>
            <a:endParaRPr lang="en-IE" noProof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9457E-05F9-764B-E1B4-66E16C4D8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10920627" cy="45682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From guidelines: Evaluation of the performance of your team, including a comparison of your estimated and actual time/costs.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Explanation of how we worked as a team: Breaking project into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workpackages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, weekly team meetings (admin and technical), use of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github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for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collavorative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coding.</a:t>
            </a: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Analysis of time contributions from TARs</a:t>
            </a: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Comparison of estimated cost vs. Actual cost (I've attached our estimate from week 1 in next slide) 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841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F1E7-84A3-A349-8AEB-5A5CFDB87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>
                <a:solidFill>
                  <a:schemeClr val="tx1"/>
                </a:solidFill>
              </a:rPr>
              <a:t>Cost Estimate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D042F-868F-834F-96EA-D677E5DCBC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3133" y="1413989"/>
            <a:ext cx="11800830" cy="52691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noProof="0">
                <a:solidFill>
                  <a:schemeClr val="tx1"/>
                </a:solidFill>
              </a:rPr>
              <a:t>Project runs for a total of 19 weeks during term: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Week 3 (not incl.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kickoff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) – Week 10 in Semester 1 (8 weeks)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E" noProof="0">
                <a:solidFill>
                  <a:schemeClr val="tx1"/>
                </a:solidFill>
              </a:rPr>
              <a:t>Week 1 – Week 11 in Semester 2 (11 weeks)</a:t>
            </a: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We estimate </a:t>
            </a:r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10 hrs per person per week (2hrs meetings + 8hrs technical).</a:t>
            </a: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Team Staff Costs = £250/hr * </a:t>
            </a:r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10hrs * 6 team members * 19 weeks</a:t>
            </a: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  <a:p>
            <a:pPr marL="2286000" lvl="5" indent="0">
              <a:buNone/>
            </a:pPr>
            <a:r>
              <a:rPr lang="en-IE" noProof="0"/>
              <a:t>       </a:t>
            </a:r>
            <a:r>
              <a:rPr lang="en-IE" sz="2400" b="1" noProof="0">
                <a:latin typeface="Arial"/>
                <a:cs typeface="Arial"/>
              </a:rPr>
              <a:t>= £</a:t>
            </a:r>
            <a:r>
              <a:rPr lang="en-IE" sz="2400" b="1">
                <a:latin typeface="Arial"/>
                <a:cs typeface="Arial"/>
              </a:rPr>
              <a:t>285,000</a:t>
            </a:r>
            <a:endParaRPr lang="en-IE" sz="2400" b="1" noProof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estimate 20hrs expert </a:t>
            </a:r>
            <a:r>
              <a:rPr lang="en-IE" noProof="0">
                <a:solidFill>
                  <a:schemeClr val="tx1"/>
                </a:solidFill>
              </a:rPr>
              <a:t>h</a:t>
            </a:r>
            <a:r>
              <a:rPr lang="en-IE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elp: ~ 1hr per week</a:t>
            </a:r>
          </a:p>
          <a:p>
            <a:r>
              <a:rPr lang="en-IE" noProof="0">
                <a:solidFill>
                  <a:schemeClr val="tx1"/>
                </a:solidFill>
              </a:rPr>
              <a:t>Expert Staff Costs = £1250/hr * 20 hrs = </a:t>
            </a:r>
            <a:r>
              <a:rPr lang="en-IE" b="1" noProof="0">
                <a:solidFill>
                  <a:schemeClr val="tx1"/>
                </a:solidFill>
              </a:rPr>
              <a:t>£25,000</a:t>
            </a: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Total Cost = £</a:t>
            </a:r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285000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+ £25000 = </a:t>
            </a: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£</a:t>
            </a:r>
            <a:r>
              <a:rPr lang="en-IE" b="1">
                <a:solidFill>
                  <a:schemeClr val="tx1"/>
                </a:solidFill>
                <a:latin typeface="Arial"/>
                <a:cs typeface="Arial"/>
              </a:rPr>
              <a:t>310,000</a:t>
            </a:r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 </a:t>
            </a:r>
          </a:p>
          <a:p>
            <a:endParaRPr lang="en-IE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Actually we estimate 674.5 hrs totally and the total cost is £250/hr * 674.5 = </a:t>
            </a:r>
            <a:r>
              <a:rPr lang="en-IE" b="1">
                <a:solidFill>
                  <a:schemeClr val="tx1"/>
                </a:solidFill>
                <a:latin typeface="Arial"/>
                <a:cs typeface="Arial"/>
              </a:rPr>
              <a:t>£168625</a:t>
            </a:r>
            <a:endParaRPr lang="en-IE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77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BE350-3C7D-C423-9B23-B5CBA384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293C-643C-E6A7-4320-0B45C223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</a:rPr>
              <a:t>Conclusions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417183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BF2CA-323B-90AA-064C-DD03D5005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FEB1F8-A80B-2DA4-14B4-1B5554927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Suggested Structure</a:t>
            </a:r>
            <a:endParaRPr lang="en-IE" noProof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CD0CD-E008-3190-1D29-127036EA1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10920627" cy="45682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From guidelines: Findings from the study as a bullet point list. Overall assessment of the project outcomes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Summarise our findings and performance. What went well? What didn't go well and why? I think we need to address why we didn't make it past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behavioral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stage</a:t>
            </a: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Future work – what would we do if we had more time? How would we have moved onto hardware.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58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IE">
                <a:solidFill>
                  <a:schemeClr val="bg1"/>
                </a:solidFill>
              </a:rPr>
              <a:t>Thank you for listening!</a:t>
            </a:r>
            <a:br>
              <a:rPr lang="en-IE">
                <a:solidFill>
                  <a:schemeClr val="bg1"/>
                </a:solidFill>
              </a:rPr>
            </a:br>
            <a:br>
              <a:rPr lang="en-IE">
                <a:solidFill>
                  <a:schemeClr val="bg1"/>
                </a:solidFill>
              </a:rPr>
            </a:br>
            <a:r>
              <a:rPr lang="en-IE">
                <a:solidFill>
                  <a:schemeClr val="bg1"/>
                </a:solidFill>
              </a:rPr>
              <a:t>Any questions? </a:t>
            </a:r>
            <a:br>
              <a:rPr lang="en-IE" noProof="0">
                <a:solidFill>
                  <a:schemeClr val="bg1"/>
                </a:solidFill>
              </a:rPr>
            </a:br>
            <a:endParaRPr lang="en-IE" noProof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IE" sz="2400" b="1" noProof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#UofGWorldChangers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E" sz="2400" b="1" noProof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@UofGlasgow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865"/>
                </a:solidFill>
              </a:rPr>
              <a:t>Results &amp; Analysis: Methodology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F1C20"/>
                </a:solidFill>
              </a:rPr>
              <a:t>Behavioural Parameter Sensitivity | 1,050 Match Sweep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291840" cy="1005840"/>
          </a:xfrm>
          <a:prstGeom prst="roundRect">
            <a:avLst>
              <a:gd name="adj" fmla="val 30000"/>
            </a:avLst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1,050 Match parameter sweep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291840" cy="1005840"/>
          </a:xfrm>
          <a:prstGeom prst="roundRect">
            <a:avLst>
              <a:gd name="adj" fmla="val 3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 Performance metrics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828800"/>
            <a:ext cx="3291840" cy="1005840"/>
          </a:xfrm>
          <a:prstGeom prst="roundRect">
            <a:avLst>
              <a:gd name="adj" fmla="val 30000"/>
            </a:avLst>
          </a:prstGeom>
          <a:solidFill>
            <a:srgbClr val="CF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Optimal values proven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3865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3865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3865"/>
                </a:solidFill>
              </a:rPr>
              <a:t>4v4 Robots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32004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3865"/>
                </a:solidFill>
              </a:rPr>
              <a:t>9×6 m Pitch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2004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3865"/>
                </a:solidFill>
              </a:rPr>
              <a:t>12 cm/s Walk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2004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3865"/>
                </a:solidFill>
              </a:rPr>
              <a:t>20 min 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32004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3865"/>
                </a:solidFill>
              </a:rPr>
              <a:t>30 Trials/Level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865"/>
                </a:solidFill>
              </a:rPr>
              <a:t>The Asymmetric Sweep Advantage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By running Blue Team (Experimental) against Red Team (Fixed Baseline), we isolated the exact impact of each parameter on Win Rate and Goal Difference, breaking the previous 0% mirror-match deadlocks.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865"/>
                </a:solidFill>
              </a:rPr>
              <a:t>Performance Impact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F1C20"/>
                </a:solidFill>
              </a:rPr>
              <a:t>Win Rate (%) and Goal Difference across 7 parameters</a:t>
            </a:r>
          </a:p>
        </p:txBody>
      </p:sp>
      <p:pic>
        <p:nvPicPr>
          <p:cNvPr id="6" name="Picture 5" descr="heatmap_wi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7315200" cy="3474720"/>
          </a:xfrm>
          <a:prstGeom prst="rect">
            <a:avLst/>
          </a:prstGeom>
        </p:spPr>
      </p:pic>
      <p:pic>
        <p:nvPicPr>
          <p:cNvPr id="7" name="Picture 6" descr="heatmap_goal_dif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463040"/>
            <a:ext cx="411480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1C20"/>
                </a:solidFill>
              </a:rPr>
              <a:t>★ Key finding: Speed and Power Dominate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394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Dash Power Mult and Kick Power show massive linear correlations with Win Rate. Moving from 0.7x to 1.3x Dash Power skyrockets the Win Rate from 0% to 73.3%. Faster players break lines, faster kicks beat the goalie.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865"/>
                </a:solidFill>
              </a:rPr>
              <a:t>★ Key finding: Short-Range 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394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Shoot_Dist_Max = 1.0m yields a 76.7% Win Rate and +1.33 Goal Diff. Shooting from far out (2.8m) guarantees a 0-0 or loss. 'Walking it in' is the optimal 2D robot offensive strategy.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865"/>
                </a:solidFill>
              </a:rPr>
              <a:t>Offensive Engine Dynamics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F1C20"/>
                </a:solidFill>
              </a:rPr>
              <a:t>How parameters alter Total Shots vs. Shots on Target</a:t>
            </a:r>
          </a:p>
        </p:txBody>
      </p:sp>
      <p:pic>
        <p:nvPicPr>
          <p:cNvPr id="6" name="Picture 5" descr="heatmap_total_sh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577840" cy="3291840"/>
          </a:xfrm>
          <a:prstGeom prst="rect">
            <a:avLst/>
          </a:prstGeom>
        </p:spPr>
      </p:pic>
      <p:pic>
        <p:nvPicPr>
          <p:cNvPr id="7" name="Picture 6" descr="heatmap_shots_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57784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865"/>
                </a:solidFill>
              </a:rPr>
              <a:t>Quantity vs. Quality Trade-off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</a:rPr>
              <a:t>Look at Shoot_Dist_Max: Allowing shots from 2.8m creates over 2,200 total shots, but almost NONE convert to high win rates (10%).
Restricting shots to 1.0m drops total shots drastically, but massively increases the Win Rate to 76.7%.
Patience in buildup creates fewer, but vastly superior, scoring opportunities.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865"/>
                </a:solidFill>
              </a:rPr>
              <a:t>Pitch Control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F1C20"/>
                </a:solidFill>
              </a:rPr>
              <a:t>Possession (%) and Net Territory Gain (%)</a:t>
            </a:r>
          </a:p>
        </p:txBody>
      </p:sp>
      <p:pic>
        <p:nvPicPr>
          <p:cNvPr id="6" name="Picture 5" descr="heatmap_pos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577840" cy="3291840"/>
          </a:xfrm>
          <a:prstGeom prst="rect">
            <a:avLst/>
          </a:prstGeom>
        </p:spPr>
      </p:pic>
      <p:pic>
        <p:nvPicPr>
          <p:cNvPr id="7" name="Picture 6" descr="heatmap_territory_g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57784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865"/>
                </a:solidFill>
              </a:rPr>
              <a:t>The High Press is Effective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</a:rPr>
              <a:t>Def_Press_Offset pushing high (+1.0 to +2.0m) yields 40% win rates and massive territory gain compared to deep blocks (-1.2m) which sit at 6.7% win rate.
Similarly, low Chase Radius (1.3) gives up huge territory chunks. At 12 cm/s, if the front line doesn't contest the ball early, the opponent walks it up the pitch uncontested.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865"/>
                </a:solidFill>
              </a:rPr>
              <a:t>Synthesis: The Optimal Robot Brain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F1C20"/>
                </a:solidFill>
              </a:rPr>
              <a:t>Leveraging the 1,050-match dataset to configure the real robots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64592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68"/>
                <a:gridCol w="1307592"/>
                <a:gridCol w="1188720"/>
                <a:gridCol w="1188720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Sweep Range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Optimal Value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Win Rate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Shoot Distance 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1.0 – 2.8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1.0 m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Dash Power Mult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0.7 – 1.3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1.3x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73.3%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Kick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0.85 – 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1.25x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56.7%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Def Press Offset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-1.2 – 2.0 m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+1.0 m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Chase Radius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1.3 – 3.5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2.5 m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Tackle Aggression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0.2 – 0.85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0.7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Shoot-Over-Pass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0.1 – 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0.1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0" y="1645920"/>
            <a:ext cx="5303520" cy="2560320"/>
          </a:xfrm>
          <a:prstGeom prst="roundRect">
            <a:avLst>
              <a:gd name="adj" fmla="val 15000"/>
            </a:avLst>
          </a:prstGeom>
          <a:solidFill>
            <a:srgbClr val="EAEAEA"/>
          </a:solidFill>
          <a:ln w="12700">
            <a:solidFill>
              <a:srgbClr val="003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1C20"/>
                </a:solidFill>
              </a:rPr>
              <a:t>Core Strategic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Our robots should be tuned to: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46887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1. Exploit max physical power (Sprint &amp; Kick) to overwhelm.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83463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2. High-Press the opponent in their own half (Chase=2.5, Offset=1).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200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3. Display extreme patience in the box. Pass heavily (Bias=0.1) until the ball reaches a 1.0m tap-in range.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5661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931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This empirically derived 'Sweeper-Walker' strategy is mathematically proven to dominate the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865"/>
                </a:solidFill>
              </a:rPr>
              <a:t>Next Steps for HTSM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• These standalone optima will serve as the anchors for our 'Attacking' Tactic Profile.
• We will map α-scales linearly from the Conservative Anchor to these exact values.
• Combined interaction sweeps (e.g., Dash Power 1.3 + Shoot Dist 1.0 simultaneously) will be run next to verify stacking effects.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dia_790988_smxx" id="{314E2337-4831-4556-88E9-6FF394DBD858}" vid="{9A3A96FF-A4FF-4A62-8D9A-C400EFC4F7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D73459EB7F1741BA6ADE3BFE4C0053" ma:contentTypeVersion="3" ma:contentTypeDescription="Create a new document." ma:contentTypeScope="" ma:versionID="dd33ef9028bebe1b7579092792f9f424">
  <xsd:schema xmlns:xsd="http://www.w3.org/2001/XMLSchema" xmlns:xs="http://www.w3.org/2001/XMLSchema" xmlns:p="http://schemas.microsoft.com/office/2006/metadata/properties" xmlns:ns2="91147921-a457-4851-bbab-7a6244bc3820" targetNamespace="http://schemas.microsoft.com/office/2006/metadata/properties" ma:root="true" ma:fieldsID="97f85f2ade68a2f5fc225cc3787554a8" ns2:_="">
    <xsd:import namespace="91147921-a457-4851-bbab-7a6244bc38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47921-a457-4851-bbab-7a6244bc3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B7ECE-EFEB-4B6B-909D-AB2FAD235331}">
  <ds:schemaRefs>
    <ds:schemaRef ds:uri="91147921-a457-4851-bbab-7a6244bc38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8F3C3EE-3A3C-47DD-BBCC-2B6C7F0B3992}">
  <ds:schemaRefs>
    <ds:schemaRef ds:uri="91147921-a457-4851-bbab-7a6244bc382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5E300AD-A71A-4A76-BF08-06C11392B7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glasgow_uni</Template>
  <Application>Microsoft Office PowerPoint</Application>
  <PresentationFormat>Widescreen</PresentationFormat>
  <Slides>24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Robotics TDP: Team 1 Final Presentation</vt:lpstr>
      <vt:lpstr>General Guidelines</vt:lpstr>
      <vt:lpstr>Introduction</vt:lpstr>
      <vt:lpstr>Introduction: Presentation Structure</vt:lpstr>
      <vt:lpstr>Introduction: Project Requirements</vt:lpstr>
      <vt:lpstr>Introduction: Project Structure</vt:lpstr>
      <vt:lpstr>Methodology (3D)</vt:lpstr>
      <vt:lpstr>Model Creation And Validation</vt:lpstr>
      <vt:lpstr>Controller Design And Testing Results</vt:lpstr>
      <vt:lpstr>Methodology (2D)</vt:lpstr>
      <vt:lpstr>How we develop a 2D model</vt:lpstr>
      <vt:lpstr>How we made the model realistic: </vt:lpstr>
      <vt:lpstr>Behaviour Model &amp; Test</vt:lpstr>
      <vt:lpstr>Results and Analysis</vt:lpstr>
      <vt:lpstr>Suggested Structure</vt:lpstr>
      <vt:lpstr>Team Performance Analysis</vt:lpstr>
      <vt:lpstr>PowerPoint Presentation</vt:lpstr>
      <vt:lpstr>PowerPoint Presentation</vt:lpstr>
      <vt:lpstr>PowerPoint Presentation</vt:lpstr>
      <vt:lpstr>Suggested Structure</vt:lpstr>
      <vt:lpstr>Cost Estimate</vt:lpstr>
      <vt:lpstr>Conclusions and Future Work</vt:lpstr>
      <vt:lpstr>Suggested Structure</vt:lpstr>
      <vt:lpstr>Thank you for listening!  Any questions?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Ciaran Breen (student)</dc:creator>
  <cp:keywords/>
  <dc:description/>
  <cp:revision>1</cp:revision>
  <dcterms:created xsi:type="dcterms:W3CDTF">2026-03-18T18:39:29Z</dcterms:created>
  <dcterms:modified xsi:type="dcterms:W3CDTF">2026-03-23T05:26:02Z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0x010100ABD73459EB7F1741BA6ADE3BFE4C0053</vt:lpwstr>
  </property>
</Properties>
</file>